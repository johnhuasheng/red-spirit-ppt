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D4CA3B-027E-45AE-BB22-424AAE86473D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48CA1A-0B07-424A-A9D6-58FDC35075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607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图片来源（</a:t>
            </a:r>
            <a:r>
              <a:rPr lang="en-US" altLang="zh-CN"/>
              <a:t>Wikimedia Commons</a:t>
            </a:r>
            <a:r>
              <a:rPr lang="zh-CN" altLang="en-US"/>
              <a:t>）：</a:t>
            </a:r>
          </a:p>
          <a:p>
            <a:r>
              <a:rPr lang="en-US" altLang="zh-CN"/>
              <a:t>night.jpg | Tiananmen 2016 April night (19-11).jpg | </a:t>
            </a:r>
            <a:r>
              <a:rPr lang="zh-CN" altLang="en-US"/>
              <a:t>作者</a:t>
            </a:r>
            <a:r>
              <a:rPr lang="en-US" altLang="zh-CN"/>
              <a:t>: Morio | CC BY-SA 4.0 | https://commons.wikimedia.org/wiki/File:Tiananmen_2016_April_night_(19-11).jpg</a:t>
            </a:r>
          </a:p>
          <a:p>
            <a:r>
              <a:rPr lang="en-US" altLang="zh-CN"/>
              <a:t>trails.jpg | Tiananmen 2015 September.jpg | </a:t>
            </a:r>
            <a:r>
              <a:rPr lang="zh-CN" altLang="en-US"/>
              <a:t>作者</a:t>
            </a:r>
            <a:r>
              <a:rPr lang="en-US" altLang="zh-CN"/>
              <a:t>: Morio | CC BY-SA 4.0 | https://commons.wikimedia.org/wiki/File:Tiananmen_2015_September.jpg</a:t>
            </a:r>
          </a:p>
          <a:p>
            <a:r>
              <a:rPr lang="en-US" altLang="zh-CN"/>
              <a:t>huabiao.jpg | Huabiao (Tiananmen).jpg | </a:t>
            </a:r>
            <a:r>
              <a:rPr lang="zh-CN" altLang="en-US"/>
              <a:t>作者</a:t>
            </a:r>
            <a:r>
              <a:rPr lang="en-US" altLang="zh-CN"/>
              <a:t>: EditQ | CC BY-SA 4.0 | https://commons.wikimedia.org/wiki/File:Huabiao_(Tiananmen).jpg</a:t>
            </a:r>
          </a:p>
          <a:p>
            <a:r>
              <a:rPr lang="en-US" altLang="zh-CN"/>
              <a:t>greathall.jpg | Great Hall of the People with flags.jpg | </a:t>
            </a:r>
            <a:r>
              <a:rPr lang="zh-CN" altLang="en-US"/>
              <a:t>作者</a:t>
            </a:r>
            <a:r>
              <a:rPr lang="en-US" altLang="zh-CN"/>
              <a:t>: </a:t>
            </a:r>
            <a:r>
              <a:rPr lang="zh-CN" altLang="en-US"/>
              <a:t>維基小霸王 </a:t>
            </a:r>
            <a:r>
              <a:rPr lang="en-US" altLang="zh-CN"/>
              <a:t>| CC BY-SA 4.0 | https://commons.wikimedia.org/wiki/File:Great_Hall_of_the_People_with_flags.jpg</a:t>
            </a:r>
          </a:p>
          <a:p>
            <a:r>
              <a:rPr lang="en-US" altLang="zh-CN"/>
              <a:t>gate_lantern.jpg | Tian'anmen Gatetower, National Emblem, and lanterns 1.jpg | </a:t>
            </a:r>
            <a:r>
              <a:rPr lang="zh-CN" altLang="en-US"/>
              <a:t>作者</a:t>
            </a:r>
            <a:r>
              <a:rPr lang="en-US" altLang="zh-CN"/>
              <a:t>: </a:t>
            </a:r>
            <a:r>
              <a:rPr lang="zh-CN" altLang="en-US"/>
              <a:t>維基小霸王 </a:t>
            </a:r>
            <a:r>
              <a:rPr lang="en-US" altLang="zh-CN"/>
              <a:t>| CC BY-SA 4.0 | https://commons.wikimedia.org/wiki/File:Tian%27anmen_Gatetower,_National_Emblem,_and_lanterns_1.jpg</a:t>
            </a:r>
          </a:p>
          <a:p>
            <a:r>
              <a:rPr lang="en-US" altLang="zh-CN"/>
              <a:t>gate_flags.jpg | Tian'anmen Gatetower, National Emblem, lanterns, and flags.jpg | </a:t>
            </a:r>
            <a:r>
              <a:rPr lang="zh-CN" altLang="en-US"/>
              <a:t>作者</a:t>
            </a:r>
            <a:r>
              <a:rPr lang="en-US" altLang="zh-CN"/>
              <a:t>: </a:t>
            </a:r>
            <a:r>
              <a:rPr lang="zh-CN" altLang="en-US"/>
              <a:t>維基小霸王 </a:t>
            </a:r>
            <a:r>
              <a:rPr lang="en-US" altLang="zh-CN"/>
              <a:t>| CC BY-SA 4.0 | https://commons.wikimedia.org/wiki/File:Tian%27anmen_Gatetower,_National_Emblem,_lanterns,_and_flags.jpg</a:t>
            </a:r>
          </a:p>
          <a:p>
            <a:r>
              <a:rPr lang="en-US" altLang="zh-CN"/>
              <a:t>monument.jpg | Monument to the People's Heroes 5.jpg | </a:t>
            </a:r>
            <a:r>
              <a:rPr lang="zh-CN" altLang="en-US"/>
              <a:t>作者</a:t>
            </a:r>
            <a:r>
              <a:rPr lang="en-US" altLang="zh-CN"/>
              <a:t>: EditQ | CC BY-SA 4.0 | https://commons.wikimedia.org/wiki/File:Monument_to_the_People%27s_Heroes_5.jpg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8CA1A-0B07-424A-A9D6-58FDC35075B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1766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140449-E0FE-723F-45CF-CB92E9A646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1BB4FF7-A545-AAB6-15DD-A76B121D9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FD1438-2A95-403A-5C5F-BD23F278F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95FC7-E633-43B8-982F-3C0A439936F9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1F0724-442A-FA54-7821-50FAE83F1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6DBB53-B3F1-6E68-EBE3-8BA3C41E8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E57CB-79E3-4ED9-8437-3C0383DA8E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8661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4E5F52-6990-5BFE-55C5-CBE47438C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F9D6B5-AB71-63BD-29AE-2B21BDA6F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EADF99-E762-ADEC-9632-3C0ECD3E3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95FC7-E633-43B8-982F-3C0A439936F9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497A03-BE24-BB83-C9C3-0135E82E4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273AEA-BD92-A25A-A9CF-B41CBCB0B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E57CB-79E3-4ED9-8437-3C0383DA8E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9990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DEC1C3-60B7-EC3D-E00D-CB4B7F96A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36183B-14EE-3B4C-F0E6-686A44EC7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DAC713-AC5C-930D-1D8C-086B163C7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95FC7-E633-43B8-982F-3C0A439936F9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A88147-08ED-EB94-364C-213AA5508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6A9801-E488-EBB2-9566-9F961111D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E57CB-79E3-4ED9-8437-3C0383DA8E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9033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33D091-2AEE-8FA5-756F-84B595B69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BA2BFE-1997-9B89-196B-9879F04D6A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D7DC381-09C7-92E2-10C3-C03C555717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D972CCF-FC32-AA63-BA26-7A9070DB0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95FC7-E633-43B8-982F-3C0A439936F9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1294FB2-05DD-552D-AD9B-5DFE0C634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F983A8-E988-FD48-89A4-3BC88D697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E57CB-79E3-4ED9-8437-3C0383DA8E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9683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A9BBA1-0EC5-65F8-063C-2559F18A9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57945A4-4DC9-8C26-8B05-C96B7E3F4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7768A9C-C40A-EB38-842A-2E8341BDA7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B022D0A-1F69-DC08-047F-2D2C61A6BF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425BD4D-A507-AFCE-A18A-73FAE46782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2942A01-6D7B-BC6E-8709-57935DD0F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95FC7-E633-43B8-982F-3C0A439936F9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9A52236-3BC3-2C29-3738-B57B8CCBD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B406EF3-27D3-8F38-17CE-05D3F3A20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E57CB-79E3-4ED9-8437-3C0383DA8E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4158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1DF38B-F73A-5D38-B341-CE8C7BD0B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274FE17-CD4F-5A19-C9EE-F4C87912A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95FC7-E633-43B8-982F-3C0A439936F9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27289AD-F6C5-C32C-2448-8F4BB6E1B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6EC1B87-BC77-A01D-43B1-D13EE3E31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E57CB-79E3-4ED9-8437-3C0383DA8E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0990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AD0C829-5514-3F93-5F0F-19F2D6F6F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95FC7-E633-43B8-982F-3C0A439936F9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8C7883C-6475-2554-E222-7C04265A8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133320-4D14-E1AA-CB9E-EB7AE6383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E57CB-79E3-4ED9-8437-3C0383DA8E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8850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0B58A1-F6DE-22CF-B7B9-73DAF47B0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6C3357-6E8A-7AD3-8C99-CAF8BFA3C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B133413-BA8D-4427-D411-6669BFD8E3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4064D5-F076-FBAB-D7B5-46195DC98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95FC7-E633-43B8-982F-3C0A439936F9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4B5CF8-B0F5-7CA8-8A79-1CF850615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92754A0-8599-D80A-8C65-819E5606E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E57CB-79E3-4ED9-8437-3C0383DA8E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7611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5F8B15-D23B-58E1-8F42-DF407774F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79D8022-AEA3-9B07-3AE0-A86F5701FBA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40A1E8F-2EA0-B5EC-5FE6-F13B9D871E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FC7B14C-EB08-968C-9FB5-2F3702277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95FC7-E633-43B8-982F-3C0A439936F9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BB2D77-9039-119C-EF10-B9021CBC2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0B190E-1548-A0A2-9740-8E9220C3E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E57CB-79E3-4ED9-8437-3C0383DA8E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123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3D713B-67A6-0E72-9828-32DC7E620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B2A15B-A2F0-780D-0BE3-AD9787D9DB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C0E2DC-50DE-BDFA-5566-B844FE328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95FC7-E633-43B8-982F-3C0A439936F9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C390D5-FB6D-4B51-42FF-E080A3A5C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91A9E9-898E-4B01-31C2-109EAD0C5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E57CB-79E3-4ED9-8437-3C0383DA8E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1356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0FCEB55-BA83-5D5E-A6BE-6F2856028B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A692458-36F0-48D0-99F2-A04DB0EAAA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0FA76B-4387-D655-A164-5C188C1CE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95FC7-E633-43B8-982F-3C0A439936F9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468286-0521-13F2-19FB-ADCC31C83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E04823-CCF6-F6F0-21F4-8C68C76F0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E57CB-79E3-4ED9-8437-3C0383DA8E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6026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84DCA3F-1453-C1BF-8A6F-344C1039C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ED405B-E1D1-4582-D4CA-1C02E67EA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CFEA05-412B-8C75-984E-E20151A987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795FC7-E633-43B8-982F-3C0A439936F9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DF1771-9F5A-BE29-9A19-FFE04D1D3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FD42CF-FFCB-9DCA-B037-85EDFCF611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8E57CB-79E3-4ED9-8437-3C0383DA8E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0366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3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4" Type="http://schemas.openxmlformats.org/officeDocument/2006/relationships/image" Target="../media/image12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3" Type="http://schemas.openxmlformats.org/officeDocument/2006/relationships/image" Target="../media/image12.jpg"/><Relationship Id="rId7" Type="http://schemas.openxmlformats.org/officeDocument/2006/relationships/image" Target="../media/image6.png"/><Relationship Id="rId12" Type="http://schemas.openxmlformats.org/officeDocument/2006/relationships/image" Target="../media/image19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8.png"/><Relationship Id="rId5" Type="http://schemas.openxmlformats.org/officeDocument/2006/relationships/image" Target="../media/image4.png"/><Relationship Id="rId10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jp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jp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jp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jp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jpg"/><Relationship Id="rId5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jp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6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34.jpg"/><Relationship Id="rId5" Type="http://schemas.openxmlformats.org/officeDocument/2006/relationships/image" Target="../media/image1.jp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02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c_bg">
            <a:extLst>
              <a:ext uri="{FF2B5EF4-FFF2-40B4-BE49-F238E27FC236}">
                <a16:creationId xmlns:a16="http://schemas.microsoft.com/office/drawing/2014/main" id="{A51FAB51-5EE4-F771-B845-C3C24A07A3A6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ntro_video">
            <a:hlinkClick r:id="" action="ppaction://media"/>
            <a:extLst>
              <a:ext uri="{FF2B5EF4-FFF2-40B4-BE49-F238E27FC236}">
                <a16:creationId xmlns:a16="http://schemas.microsoft.com/office/drawing/2014/main" id="{2FF04131-68D3-8657-D073-9988AEFCFB0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6786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 advTm="0">
        <p:fade/>
      </p:transition>
    </mc:Choice>
    <mc:Fallback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1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02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c_bg">
            <a:extLst>
              <a:ext uri="{FF2B5EF4-FFF2-40B4-BE49-F238E27FC236}">
                <a16:creationId xmlns:a16="http://schemas.microsoft.com/office/drawing/2014/main" id="{725CA038-3844-3FA6-FE2C-BE2F10158A0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1" name="!!pt0">
            <a:extLst>
              <a:ext uri="{FF2B5EF4-FFF2-40B4-BE49-F238E27FC236}">
                <a16:creationId xmlns:a16="http://schemas.microsoft.com/office/drawing/2014/main" id="{1BB9DBF8-EF36-9F8A-319E-31C20D1C8D3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7038" y="5520208"/>
            <a:ext cx="171284" cy="171284"/>
          </a:xfrm>
          <a:prstGeom prst="rect">
            <a:avLst/>
          </a:prstGeom>
        </p:spPr>
      </p:pic>
      <p:pic>
        <p:nvPicPr>
          <p:cNvPr id="23" name="!!pt1">
            <a:extLst>
              <a:ext uri="{FF2B5EF4-FFF2-40B4-BE49-F238E27FC236}">
                <a16:creationId xmlns:a16="http://schemas.microsoft.com/office/drawing/2014/main" id="{76BA8FFD-0A72-15B7-382D-EF64CB6031E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5921" y="1497308"/>
            <a:ext cx="208316" cy="208316"/>
          </a:xfrm>
          <a:prstGeom prst="rect">
            <a:avLst/>
          </a:prstGeom>
        </p:spPr>
      </p:pic>
      <p:pic>
        <p:nvPicPr>
          <p:cNvPr id="25" name="!!pt2">
            <a:extLst>
              <a:ext uri="{FF2B5EF4-FFF2-40B4-BE49-F238E27FC236}">
                <a16:creationId xmlns:a16="http://schemas.microsoft.com/office/drawing/2014/main" id="{B34CC387-63CB-D2E4-AD2F-A04FCF5CDFA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9903" y="1469805"/>
            <a:ext cx="240425" cy="240425"/>
          </a:xfrm>
          <a:prstGeom prst="rect">
            <a:avLst/>
          </a:prstGeom>
        </p:spPr>
      </p:pic>
      <p:pic>
        <p:nvPicPr>
          <p:cNvPr id="27" name="!!pt3">
            <a:extLst>
              <a:ext uri="{FF2B5EF4-FFF2-40B4-BE49-F238E27FC236}">
                <a16:creationId xmlns:a16="http://schemas.microsoft.com/office/drawing/2014/main" id="{B6255E8A-6BCF-4F90-6002-42795261E7A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2707" y="796438"/>
            <a:ext cx="269521" cy="269521"/>
          </a:xfrm>
          <a:prstGeom prst="rect">
            <a:avLst/>
          </a:prstGeom>
        </p:spPr>
      </p:pic>
      <p:pic>
        <p:nvPicPr>
          <p:cNvPr id="29" name="!!pt4">
            <a:extLst>
              <a:ext uri="{FF2B5EF4-FFF2-40B4-BE49-F238E27FC236}">
                <a16:creationId xmlns:a16="http://schemas.microsoft.com/office/drawing/2014/main" id="{95245C65-7853-F29B-C1FE-680B9DBF5634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3633" y="2027331"/>
            <a:ext cx="337808" cy="337808"/>
          </a:xfrm>
          <a:prstGeom prst="rect">
            <a:avLst/>
          </a:prstGeom>
        </p:spPr>
      </p:pic>
      <p:pic>
        <p:nvPicPr>
          <p:cNvPr id="31" name="!!pt5">
            <a:extLst>
              <a:ext uri="{FF2B5EF4-FFF2-40B4-BE49-F238E27FC236}">
                <a16:creationId xmlns:a16="http://schemas.microsoft.com/office/drawing/2014/main" id="{A618CD7D-652A-9CFB-8AA5-355F991543A3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531" y="2558453"/>
            <a:ext cx="386377" cy="386377"/>
          </a:xfrm>
          <a:prstGeom prst="rect">
            <a:avLst/>
          </a:prstGeom>
        </p:spPr>
      </p:pic>
      <p:pic>
        <p:nvPicPr>
          <p:cNvPr id="33" name="!!pt6">
            <a:extLst>
              <a:ext uri="{FF2B5EF4-FFF2-40B4-BE49-F238E27FC236}">
                <a16:creationId xmlns:a16="http://schemas.microsoft.com/office/drawing/2014/main" id="{448737EB-7E81-4546-9519-20DC7795E60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9649" y="4017383"/>
            <a:ext cx="135443" cy="135443"/>
          </a:xfrm>
          <a:prstGeom prst="rect">
            <a:avLst/>
          </a:prstGeom>
        </p:spPr>
      </p:pic>
      <p:pic>
        <p:nvPicPr>
          <p:cNvPr id="35" name="!!pt7">
            <a:extLst>
              <a:ext uri="{FF2B5EF4-FFF2-40B4-BE49-F238E27FC236}">
                <a16:creationId xmlns:a16="http://schemas.microsoft.com/office/drawing/2014/main" id="{CA5E3330-1626-5229-7614-75489214789E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4182" y="2360289"/>
            <a:ext cx="239962" cy="239962"/>
          </a:xfrm>
          <a:prstGeom prst="rect">
            <a:avLst/>
          </a:prstGeom>
        </p:spPr>
      </p:pic>
      <p:pic>
        <p:nvPicPr>
          <p:cNvPr id="37" name="!!pt8">
            <a:extLst>
              <a:ext uri="{FF2B5EF4-FFF2-40B4-BE49-F238E27FC236}">
                <a16:creationId xmlns:a16="http://schemas.microsoft.com/office/drawing/2014/main" id="{5BBB80F2-84A8-5750-E796-CEA74D486A44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2075" y="367337"/>
            <a:ext cx="249267" cy="249267"/>
          </a:xfrm>
          <a:prstGeom prst="rect">
            <a:avLst/>
          </a:prstGeom>
        </p:spPr>
      </p:pic>
      <p:pic>
        <p:nvPicPr>
          <p:cNvPr id="39" name="!!pt9">
            <a:extLst>
              <a:ext uri="{FF2B5EF4-FFF2-40B4-BE49-F238E27FC236}">
                <a16:creationId xmlns:a16="http://schemas.microsoft.com/office/drawing/2014/main" id="{CF2878F3-83EB-E694-F750-23BBBB5F369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2566" y="421367"/>
            <a:ext cx="304933" cy="304933"/>
          </a:xfrm>
          <a:prstGeom prst="rect">
            <a:avLst/>
          </a:prstGeom>
        </p:spPr>
      </p:pic>
      <p:pic>
        <p:nvPicPr>
          <p:cNvPr id="41" name="!!pt10">
            <a:extLst>
              <a:ext uri="{FF2B5EF4-FFF2-40B4-BE49-F238E27FC236}">
                <a16:creationId xmlns:a16="http://schemas.microsoft.com/office/drawing/2014/main" id="{6D1EAF2A-9E95-E7C0-365D-49C60ADC5916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8199" y="1119958"/>
            <a:ext cx="310600" cy="310600"/>
          </a:xfrm>
          <a:prstGeom prst="rect">
            <a:avLst/>
          </a:prstGeom>
        </p:spPr>
      </p:pic>
      <p:pic>
        <p:nvPicPr>
          <p:cNvPr id="43" name="!!pt11">
            <a:extLst>
              <a:ext uri="{FF2B5EF4-FFF2-40B4-BE49-F238E27FC236}">
                <a16:creationId xmlns:a16="http://schemas.microsoft.com/office/drawing/2014/main" id="{EBDDEC9A-8E70-4177-C61F-B2E4831EF12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0977" y="1076657"/>
            <a:ext cx="369380" cy="369380"/>
          </a:xfrm>
          <a:prstGeom prst="rect">
            <a:avLst/>
          </a:prstGeom>
        </p:spPr>
      </p:pic>
      <p:pic>
        <p:nvPicPr>
          <p:cNvPr id="45" name="!!pt12">
            <a:extLst>
              <a:ext uri="{FF2B5EF4-FFF2-40B4-BE49-F238E27FC236}">
                <a16:creationId xmlns:a16="http://schemas.microsoft.com/office/drawing/2014/main" id="{57BA859E-B87F-6F7E-BBF6-B29F8BA7AEA0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2760" y="3845794"/>
            <a:ext cx="182495" cy="182495"/>
          </a:xfrm>
          <a:prstGeom prst="rect">
            <a:avLst/>
          </a:prstGeom>
        </p:spPr>
      </p:pic>
      <p:pic>
        <p:nvPicPr>
          <p:cNvPr id="47" name="!!pt13">
            <a:extLst>
              <a:ext uri="{FF2B5EF4-FFF2-40B4-BE49-F238E27FC236}">
                <a16:creationId xmlns:a16="http://schemas.microsoft.com/office/drawing/2014/main" id="{103DB156-AB57-ACB8-1FE9-406DA128D14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6185" y="2012292"/>
            <a:ext cx="210702" cy="210702"/>
          </a:xfrm>
          <a:prstGeom prst="rect">
            <a:avLst/>
          </a:prstGeom>
        </p:spPr>
      </p:pic>
      <p:pic>
        <p:nvPicPr>
          <p:cNvPr id="49" name="!!pt14">
            <a:extLst>
              <a:ext uri="{FF2B5EF4-FFF2-40B4-BE49-F238E27FC236}">
                <a16:creationId xmlns:a16="http://schemas.microsoft.com/office/drawing/2014/main" id="{1472732D-2FF1-F4B1-555F-063453C5B2B1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646" y="353375"/>
            <a:ext cx="271100" cy="271100"/>
          </a:xfrm>
          <a:prstGeom prst="rect">
            <a:avLst/>
          </a:prstGeom>
        </p:spPr>
      </p:pic>
      <p:pic>
        <p:nvPicPr>
          <p:cNvPr id="51" name="!!pt15">
            <a:extLst>
              <a:ext uri="{FF2B5EF4-FFF2-40B4-BE49-F238E27FC236}">
                <a16:creationId xmlns:a16="http://schemas.microsoft.com/office/drawing/2014/main" id="{97559967-FD80-CDD1-FFF1-5C363686D40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4337" y="5370390"/>
            <a:ext cx="266598" cy="266598"/>
          </a:xfrm>
          <a:prstGeom prst="rect">
            <a:avLst/>
          </a:prstGeom>
        </p:spPr>
      </p:pic>
      <p:pic>
        <p:nvPicPr>
          <p:cNvPr id="5" name="!!c_rays">
            <a:extLst>
              <a:ext uri="{FF2B5EF4-FFF2-40B4-BE49-F238E27FC236}">
                <a16:creationId xmlns:a16="http://schemas.microsoft.com/office/drawing/2014/main" id="{AA2CC8F3-A58E-D318-F210-33E2FFFC727F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1000" y="-4724400"/>
            <a:ext cx="12954000" cy="12954000"/>
          </a:xfrm>
          <a:prstGeom prst="rect">
            <a:avLst/>
          </a:prstGeom>
        </p:spPr>
      </p:pic>
      <p:pic>
        <p:nvPicPr>
          <p:cNvPr id="7" name="!!c_deco">
            <a:extLst>
              <a:ext uri="{FF2B5EF4-FFF2-40B4-BE49-F238E27FC236}">
                <a16:creationId xmlns:a16="http://schemas.microsoft.com/office/drawing/2014/main" id="{8329A0F2-F7E7-9856-9762-9B6EC9248CAB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-1295400"/>
            <a:ext cx="7620000" cy="7620000"/>
          </a:xfrm>
          <a:prstGeom prst="rect">
            <a:avLst/>
          </a:prstGeom>
        </p:spPr>
      </p:pic>
      <p:pic>
        <p:nvPicPr>
          <p:cNvPr id="9" name="!!c_city">
            <a:extLst>
              <a:ext uri="{FF2B5EF4-FFF2-40B4-BE49-F238E27FC236}">
                <a16:creationId xmlns:a16="http://schemas.microsoft.com/office/drawing/2014/main" id="{92C1463B-B17C-5041-DE31-4147004A3C16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5800"/>
            <a:ext cx="12192000" cy="6858000"/>
          </a:xfrm>
          <a:prstGeom prst="rect">
            <a:avLst/>
          </a:prstGeom>
        </p:spPr>
      </p:pic>
      <p:pic>
        <p:nvPicPr>
          <p:cNvPr id="11" name="!!c_cloud0">
            <a:extLst>
              <a:ext uri="{FF2B5EF4-FFF2-40B4-BE49-F238E27FC236}">
                <a16:creationId xmlns:a16="http://schemas.microsoft.com/office/drawing/2014/main" id="{6D12A356-014B-AC33-DB17-05E0BE23CF1A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4800" y="3825240"/>
            <a:ext cx="3505200" cy="2103120"/>
          </a:xfrm>
          <a:prstGeom prst="rect">
            <a:avLst/>
          </a:prstGeom>
        </p:spPr>
      </p:pic>
      <p:pic>
        <p:nvPicPr>
          <p:cNvPr id="13" name="!!c_cloud1">
            <a:extLst>
              <a:ext uri="{FF2B5EF4-FFF2-40B4-BE49-F238E27FC236}">
                <a16:creationId xmlns:a16="http://schemas.microsoft.com/office/drawing/2014/main" id="{32E07CC8-C46C-C73D-6DDA-F96A2FA12429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991600" y="3825240"/>
            <a:ext cx="3505200" cy="2103120"/>
          </a:xfrm>
          <a:prstGeom prst="rect">
            <a:avLst/>
          </a:prstGeom>
        </p:spPr>
      </p:pic>
      <p:pic>
        <p:nvPicPr>
          <p:cNvPr id="15" name="!!c_cloud2">
            <a:extLst>
              <a:ext uri="{FF2B5EF4-FFF2-40B4-BE49-F238E27FC236}">
                <a16:creationId xmlns:a16="http://schemas.microsoft.com/office/drawing/2014/main" id="{30F65A6C-366F-A012-9AB8-BBEEB8E65619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647700"/>
            <a:ext cx="2286000" cy="1371600"/>
          </a:xfrm>
          <a:prstGeom prst="rect">
            <a:avLst/>
          </a:prstGeom>
        </p:spPr>
      </p:pic>
      <p:pic>
        <p:nvPicPr>
          <p:cNvPr id="17" name="!!c_cloud3">
            <a:extLst>
              <a:ext uri="{FF2B5EF4-FFF2-40B4-BE49-F238E27FC236}">
                <a16:creationId xmlns:a16="http://schemas.microsoft.com/office/drawing/2014/main" id="{BF583DA1-36B2-CCE9-1DEE-B1E8681EF2BD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144000" y="647700"/>
            <a:ext cx="2286000" cy="1371600"/>
          </a:xfrm>
          <a:prstGeom prst="rect">
            <a:avLst/>
          </a:prstGeom>
        </p:spPr>
      </p:pic>
      <p:pic>
        <p:nvPicPr>
          <p:cNvPr id="19" name="!!c_frame">
            <a:extLst>
              <a:ext uri="{FF2B5EF4-FFF2-40B4-BE49-F238E27FC236}">
                <a16:creationId xmlns:a16="http://schemas.microsoft.com/office/drawing/2014/main" id="{A2B88FC8-5532-ECC5-BF66-F7DDB7818911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3" name="!!emb">
            <a:extLst>
              <a:ext uri="{FF2B5EF4-FFF2-40B4-BE49-F238E27FC236}">
                <a16:creationId xmlns:a16="http://schemas.microsoft.com/office/drawing/2014/main" id="{AFA2D744-40AB-04C2-8AB2-98EE8CEA5D36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0" y="190500"/>
            <a:ext cx="1905000" cy="1905000"/>
          </a:xfrm>
          <a:prstGeom prst="rect">
            <a:avLst/>
          </a:prstGeom>
        </p:spPr>
      </p:pic>
      <p:sp>
        <p:nvSpPr>
          <p:cNvPr id="54" name="!!c_title">
            <a:extLst>
              <a:ext uri="{FF2B5EF4-FFF2-40B4-BE49-F238E27FC236}">
                <a16:creationId xmlns:a16="http://schemas.microsoft.com/office/drawing/2014/main" id="{AE0C7D8E-FC4B-6FEF-591A-31846DD9F2B8}"/>
              </a:ext>
            </a:extLst>
          </p:cNvPr>
          <p:cNvSpPr txBox="1"/>
          <p:nvPr/>
        </p:nvSpPr>
        <p:spPr>
          <a:xfrm>
            <a:off x="1905000" y="1905000"/>
            <a:ext cx="8382000" cy="182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  <a:scene3d>
              <a:camera prst="orthographicFront"/>
              <a:lightRig rig="threePt" dir="t"/>
            </a:scene3d>
            <a:sp3d>
              <a:bevelT w="41910" h="25146"/>
            </a:sp3d>
          </a:bodyPr>
          <a:lstStyle/>
          <a:p>
            <a:pPr algn="ctr"/>
            <a:r>
              <a:rPr lang="zh-CN" altLang="en-US" sz="13200" spc="-2200">
                <a:gradFill flip="none" rotWithShape="1">
                  <a:gsLst>
                    <a:gs pos="0">
                      <a:srgbClr val="FFF8CE"/>
                    </a:gs>
                    <a:gs pos="28000">
                      <a:srgbClr val="F8D876"/>
                    </a:gs>
                    <a:gs pos="50000">
                      <a:srgbClr val="C78E2A"/>
                    </a:gs>
                    <a:gs pos="70000">
                      <a:srgbClr val="FCE69C"/>
                    </a:gs>
                    <a:gs pos="100000">
                      <a:srgbClr val="A66C18"/>
                    </a:gs>
                  </a:gsLst>
                  <a:lin ang="5400000" scaled="1"/>
                  <a:tileRect/>
                </a:gradFill>
                <a:effectLst>
                  <a:outerShdw blurRad="119743" dist="67159" dir="3378603" rotWithShape="0">
                    <a:srgbClr val="320004">
                      <a:alpha val="55000"/>
                    </a:srgb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团日活动</a:t>
            </a:r>
          </a:p>
        </p:txBody>
      </p:sp>
      <p:sp>
        <p:nvSpPr>
          <p:cNvPr id="55" name="!!c_plaque">
            <a:extLst>
              <a:ext uri="{FF2B5EF4-FFF2-40B4-BE49-F238E27FC236}">
                <a16:creationId xmlns:a16="http://schemas.microsoft.com/office/drawing/2014/main" id="{81005C7E-6052-7DF4-B562-AB120BF1B414}"/>
              </a:ext>
            </a:extLst>
          </p:cNvPr>
          <p:cNvSpPr/>
          <p:nvPr/>
        </p:nvSpPr>
        <p:spPr>
          <a:xfrm>
            <a:off x="3962400" y="3756660"/>
            <a:ext cx="4267200" cy="533400"/>
          </a:xfrm>
          <a:prstGeom prst="rect">
            <a:avLst/>
          </a:prstGeom>
          <a:gradFill flip="none" rotWithShape="1">
            <a:gsLst>
              <a:gs pos="0">
                <a:srgbClr val="7A060E"/>
              </a:gs>
              <a:gs pos="50000">
                <a:srgbClr val="C4161E"/>
              </a:gs>
              <a:gs pos="100000">
                <a:srgbClr val="7A060E"/>
              </a:gs>
            </a:gsLst>
            <a:lin ang="0" scaled="1"/>
            <a:tileRect/>
          </a:gradFill>
          <a:ln w="20320">
            <a:solidFill>
              <a:srgbClr val="E6BA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!!c_plaque_in">
            <a:extLst>
              <a:ext uri="{FF2B5EF4-FFF2-40B4-BE49-F238E27FC236}">
                <a16:creationId xmlns:a16="http://schemas.microsoft.com/office/drawing/2014/main" id="{778FAEE8-BC66-0960-2A43-3FAF144A04CE}"/>
              </a:ext>
            </a:extLst>
          </p:cNvPr>
          <p:cNvSpPr/>
          <p:nvPr/>
        </p:nvSpPr>
        <p:spPr>
          <a:xfrm>
            <a:off x="4015740" y="3810000"/>
            <a:ext cx="4160521" cy="426720"/>
          </a:xfrm>
          <a:prstGeom prst="rect">
            <a:avLst/>
          </a:prstGeom>
          <a:noFill/>
          <a:ln w="7620" cap="flat" cmpd="sng" algn="ctr">
            <a:solidFill>
              <a:srgbClr val="E6BA60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!!c_plaque_t">
            <a:extLst>
              <a:ext uri="{FF2B5EF4-FFF2-40B4-BE49-F238E27FC236}">
                <a16:creationId xmlns:a16="http://schemas.microsoft.com/office/drawing/2014/main" id="{81D0A273-E560-63FB-2407-252BCA2BEA70}"/>
              </a:ext>
            </a:extLst>
          </p:cNvPr>
          <p:cNvSpPr txBox="1"/>
          <p:nvPr/>
        </p:nvSpPr>
        <p:spPr>
          <a:xfrm>
            <a:off x="3962400" y="3756660"/>
            <a:ext cx="42672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2040" spc="400">
                <a:gradFill flip="none" rotWithShape="1">
                  <a:gsLst>
                    <a:gs pos="0">
                      <a:srgbClr val="FFF8CE"/>
                    </a:gs>
                    <a:gs pos="28000">
                      <a:srgbClr val="F8D876"/>
                    </a:gs>
                    <a:gs pos="50000">
                      <a:srgbClr val="C78E2A"/>
                    </a:gs>
                    <a:gs pos="70000">
                      <a:srgbClr val="FCE69C"/>
                    </a:gs>
                    <a:gs pos="100000">
                      <a:srgbClr val="A66C18"/>
                    </a:gs>
                  </a:gsLst>
                  <a:lin ang="5400000" scaled="1"/>
                  <a:tileRect/>
                </a:gradFill>
                <a:latin typeface="华文中宋" panose="02010600040101010101" pitchFamily="2" charset="-122"/>
                <a:ea typeface="华文中宋" panose="02010600040101010101" pitchFamily="2" charset="-122"/>
              </a:rPr>
              <a:t>新时代 </a:t>
            </a:r>
            <a:r>
              <a:rPr lang="en-US" altLang="zh-CN" sz="2040" spc="400">
                <a:gradFill flip="none" rotWithShape="1">
                  <a:gsLst>
                    <a:gs pos="0">
                      <a:srgbClr val="FFF8CE"/>
                    </a:gs>
                    <a:gs pos="28000">
                      <a:srgbClr val="F8D876"/>
                    </a:gs>
                    <a:gs pos="50000">
                      <a:srgbClr val="C78E2A"/>
                    </a:gs>
                    <a:gs pos="70000">
                      <a:srgbClr val="FCE69C"/>
                    </a:gs>
                    <a:gs pos="100000">
                      <a:srgbClr val="A66C18"/>
                    </a:gs>
                  </a:gsLst>
                  <a:lin ang="5400000" scaled="1"/>
                  <a:tileRect/>
                </a:gradFill>
                <a:latin typeface="华文中宋" panose="02010600040101010101" pitchFamily="2" charset="-122"/>
                <a:ea typeface="华文中宋" panose="02010600040101010101" pitchFamily="2" charset="-122"/>
              </a:rPr>
              <a:t>· </a:t>
            </a:r>
            <a:r>
              <a:rPr lang="zh-CN" altLang="en-US" sz="2040" spc="400">
                <a:gradFill flip="none" rotWithShape="1">
                  <a:gsLst>
                    <a:gs pos="0">
                      <a:srgbClr val="FFF8CE"/>
                    </a:gs>
                    <a:gs pos="28000">
                      <a:srgbClr val="F8D876"/>
                    </a:gs>
                    <a:gs pos="50000">
                      <a:srgbClr val="C78E2A"/>
                    </a:gs>
                    <a:gs pos="70000">
                      <a:srgbClr val="FCE69C"/>
                    </a:gs>
                    <a:gs pos="100000">
                      <a:srgbClr val="A66C18"/>
                    </a:gs>
                  </a:gsLst>
                  <a:lin ang="5400000" scaled="1"/>
                  <a:tileRect/>
                </a:gradFill>
                <a:latin typeface="华文中宋" panose="02010600040101010101" pitchFamily="2" charset="-122"/>
                <a:ea typeface="华文中宋" panose="02010600040101010101" pitchFamily="2" charset="-122"/>
              </a:rPr>
              <a:t>新青年 </a:t>
            </a:r>
            <a:r>
              <a:rPr lang="en-US" altLang="zh-CN" sz="2040" spc="400">
                <a:gradFill flip="none" rotWithShape="1">
                  <a:gsLst>
                    <a:gs pos="0">
                      <a:srgbClr val="FFF8CE"/>
                    </a:gs>
                    <a:gs pos="28000">
                      <a:srgbClr val="F8D876"/>
                    </a:gs>
                    <a:gs pos="50000">
                      <a:srgbClr val="C78E2A"/>
                    </a:gs>
                    <a:gs pos="70000">
                      <a:srgbClr val="FCE69C"/>
                    </a:gs>
                    <a:gs pos="100000">
                      <a:srgbClr val="A66C18"/>
                    </a:gs>
                  </a:gsLst>
                  <a:lin ang="5400000" scaled="1"/>
                  <a:tileRect/>
                </a:gradFill>
                <a:latin typeface="华文中宋" panose="02010600040101010101" pitchFamily="2" charset="-122"/>
                <a:ea typeface="华文中宋" panose="02010600040101010101" pitchFamily="2" charset="-122"/>
              </a:rPr>
              <a:t>· </a:t>
            </a:r>
            <a:r>
              <a:rPr lang="zh-CN" altLang="en-US" sz="2040" spc="400">
                <a:gradFill flip="none" rotWithShape="1">
                  <a:gsLst>
                    <a:gs pos="0">
                      <a:srgbClr val="FFF8CE"/>
                    </a:gs>
                    <a:gs pos="28000">
                      <a:srgbClr val="F8D876"/>
                    </a:gs>
                    <a:gs pos="50000">
                      <a:srgbClr val="C78E2A"/>
                    </a:gs>
                    <a:gs pos="70000">
                      <a:srgbClr val="FCE69C"/>
                    </a:gs>
                    <a:gs pos="100000">
                      <a:srgbClr val="A66C18"/>
                    </a:gs>
                  </a:gsLst>
                  <a:lin ang="5400000" scaled="1"/>
                  <a:tileRect/>
                </a:gradFill>
                <a:latin typeface="华文中宋" panose="02010600040101010101" pitchFamily="2" charset="-122"/>
                <a:ea typeface="华文中宋" panose="02010600040101010101" pitchFamily="2" charset="-122"/>
              </a:rPr>
              <a:t>新担当</a:t>
            </a:r>
          </a:p>
        </p:txBody>
      </p:sp>
      <p:cxnSp>
        <p:nvCxnSpPr>
          <p:cNvPr id="58" name="!!c_div_l-1">
            <a:extLst>
              <a:ext uri="{FF2B5EF4-FFF2-40B4-BE49-F238E27FC236}">
                <a16:creationId xmlns:a16="http://schemas.microsoft.com/office/drawing/2014/main" id="{80343EE9-225D-2806-6729-FCD7371246C6}"/>
              </a:ext>
            </a:extLst>
          </p:cNvPr>
          <p:cNvCxnSpPr/>
          <p:nvPr/>
        </p:nvCxnSpPr>
        <p:spPr>
          <a:xfrm flipH="1">
            <a:off x="2438400" y="4023360"/>
            <a:ext cx="1341120" cy="0"/>
          </a:xfrm>
          <a:prstGeom prst="line">
            <a:avLst/>
          </a:prstGeom>
          <a:ln w="15240" cap="flat" cmpd="sng" algn="ctr">
            <a:solidFill>
              <a:srgbClr val="E2B65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!!c_div_l1">
            <a:extLst>
              <a:ext uri="{FF2B5EF4-FFF2-40B4-BE49-F238E27FC236}">
                <a16:creationId xmlns:a16="http://schemas.microsoft.com/office/drawing/2014/main" id="{2AEA2C31-7C4C-71EC-D687-CF23469C78CF}"/>
              </a:ext>
            </a:extLst>
          </p:cNvPr>
          <p:cNvCxnSpPr/>
          <p:nvPr/>
        </p:nvCxnSpPr>
        <p:spPr>
          <a:xfrm>
            <a:off x="8412480" y="4023360"/>
            <a:ext cx="1341120" cy="0"/>
          </a:xfrm>
          <a:prstGeom prst="line">
            <a:avLst/>
          </a:prstGeom>
          <a:ln w="15240" cap="flat" cmpd="sng" algn="ctr">
            <a:solidFill>
              <a:srgbClr val="E2B65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!!c_div_d0">
            <a:extLst>
              <a:ext uri="{FF2B5EF4-FFF2-40B4-BE49-F238E27FC236}">
                <a16:creationId xmlns:a16="http://schemas.microsoft.com/office/drawing/2014/main" id="{53F3C062-A4F7-BFE1-9F9C-39D868B95218}"/>
              </a:ext>
            </a:extLst>
          </p:cNvPr>
          <p:cNvSpPr/>
          <p:nvPr/>
        </p:nvSpPr>
        <p:spPr>
          <a:xfrm>
            <a:off x="3825240" y="3962400"/>
            <a:ext cx="121920" cy="121920"/>
          </a:xfrm>
          <a:prstGeom prst="diamond">
            <a:avLst/>
          </a:prstGeom>
          <a:solidFill>
            <a:srgbClr val="E8BC6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!!c_div_d1">
            <a:extLst>
              <a:ext uri="{FF2B5EF4-FFF2-40B4-BE49-F238E27FC236}">
                <a16:creationId xmlns:a16="http://schemas.microsoft.com/office/drawing/2014/main" id="{FB54C2AE-46FB-F0CD-756B-875160425946}"/>
              </a:ext>
            </a:extLst>
          </p:cNvPr>
          <p:cNvSpPr/>
          <p:nvPr/>
        </p:nvSpPr>
        <p:spPr>
          <a:xfrm>
            <a:off x="8244840" y="3962400"/>
            <a:ext cx="121920" cy="121920"/>
          </a:xfrm>
          <a:prstGeom prst="diamond">
            <a:avLst/>
          </a:prstGeom>
          <a:solidFill>
            <a:srgbClr val="E8BC6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!!c_en">
            <a:extLst>
              <a:ext uri="{FF2B5EF4-FFF2-40B4-BE49-F238E27FC236}">
                <a16:creationId xmlns:a16="http://schemas.microsoft.com/office/drawing/2014/main" id="{3C1C0DF2-B6FF-B3AE-83F4-CB29113812F2}"/>
              </a:ext>
            </a:extLst>
          </p:cNvPr>
          <p:cNvSpPr txBox="1"/>
          <p:nvPr/>
        </p:nvSpPr>
        <p:spPr>
          <a:xfrm>
            <a:off x="2286000" y="4457700"/>
            <a:ext cx="7620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40" spc="400">
                <a:solidFill>
                  <a:srgbClr val="F0C8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COMMUNIST  YOUTH  LEAGUE   ·   THEME  DAY</a:t>
            </a:r>
            <a:endParaRPr lang="zh-CN" altLang="en-US" sz="1140" spc="400">
              <a:solidFill>
                <a:srgbClr val="F0C8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!!c_foot">
            <a:extLst>
              <a:ext uri="{FF2B5EF4-FFF2-40B4-BE49-F238E27FC236}">
                <a16:creationId xmlns:a16="http://schemas.microsoft.com/office/drawing/2014/main" id="{0E5E1482-9FA3-1BED-FE46-FF64A31DE0B4}"/>
              </a:ext>
            </a:extLst>
          </p:cNvPr>
          <p:cNvSpPr txBox="1"/>
          <p:nvPr/>
        </p:nvSpPr>
        <p:spPr>
          <a:xfrm>
            <a:off x="2286000" y="5882640"/>
            <a:ext cx="7620000" cy="3505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440" spc="200">
                <a:solidFill>
                  <a:srgbClr val="FAE6BE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主办：</a:t>
            </a:r>
            <a:r>
              <a:rPr lang="en-US" altLang="zh-CN" sz="1440" spc="200">
                <a:solidFill>
                  <a:srgbClr val="FAE6BE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r>
              <a:rPr lang="zh-CN" altLang="en-US" sz="1440" spc="200">
                <a:solidFill>
                  <a:srgbClr val="FAE6BE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学院 </a:t>
            </a:r>
            <a:r>
              <a:rPr lang="en-US" altLang="zh-CN" sz="1440" spc="200">
                <a:solidFill>
                  <a:srgbClr val="FAE6BE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· XX</a:t>
            </a:r>
            <a:r>
              <a:rPr lang="zh-CN" altLang="en-US" sz="1440" spc="200">
                <a:solidFill>
                  <a:srgbClr val="FAE6BE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团支部　　</a:t>
            </a:r>
            <a:r>
              <a:rPr lang="en-US" altLang="zh-CN" sz="1440" spc="200">
                <a:solidFill>
                  <a:srgbClr val="FAE6BE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40" spc="200">
                <a:solidFill>
                  <a:srgbClr val="FAE6BE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　　</a:t>
            </a:r>
            <a:r>
              <a:rPr lang="en-US" altLang="zh-CN" sz="1440" spc="200">
                <a:solidFill>
                  <a:srgbClr val="FAE6BE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1440" spc="200">
                <a:solidFill>
                  <a:srgbClr val="FAE6BE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440" spc="200">
                <a:solidFill>
                  <a:srgbClr val="FAE6BE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440" spc="200">
                <a:solidFill>
                  <a:srgbClr val="FAE6BE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</a:p>
        </p:txBody>
      </p:sp>
    </p:spTree>
    <p:extLst>
      <p:ext uri="{BB962C8B-B14F-4D97-AF65-F5344CB8AC3E}">
        <p14:creationId xmlns:p14="http://schemas.microsoft.com/office/powerpoint/2010/main" val="677123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02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embbg">
            <a:extLst>
              <a:ext uri="{FF2B5EF4-FFF2-40B4-BE49-F238E27FC236}">
                <a16:creationId xmlns:a16="http://schemas.microsoft.com/office/drawing/2014/main" id="{6CA171F6-A3F1-8B64-6B63-F276558ACEC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!!rays">
            <a:extLst>
              <a:ext uri="{FF2B5EF4-FFF2-40B4-BE49-F238E27FC236}">
                <a16:creationId xmlns:a16="http://schemas.microsoft.com/office/drawing/2014/main" id="{36B9E15D-1480-DA07-68D7-F70E6EDFB43B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-3200400"/>
            <a:ext cx="11430000" cy="11430000"/>
          </a:xfrm>
          <a:prstGeom prst="rect">
            <a:avLst/>
          </a:prstGeom>
        </p:spPr>
      </p:pic>
      <p:pic>
        <p:nvPicPr>
          <p:cNvPr id="7" name="!!emb">
            <a:extLst>
              <a:ext uri="{FF2B5EF4-FFF2-40B4-BE49-F238E27FC236}">
                <a16:creationId xmlns:a16="http://schemas.microsoft.com/office/drawing/2014/main" id="{6463766C-79EB-C9D6-7F83-1351A18D8338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625" y="962025"/>
            <a:ext cx="2952750" cy="2952750"/>
          </a:xfrm>
          <a:prstGeom prst="rect">
            <a:avLst/>
          </a:prstGeom>
        </p:spPr>
      </p:pic>
      <p:pic>
        <p:nvPicPr>
          <p:cNvPr id="8" name="fly_video">
            <a:hlinkClick r:id="" action="ppaction://media"/>
            <a:extLst>
              <a:ext uri="{FF2B5EF4-FFF2-40B4-BE49-F238E27FC236}">
                <a16:creationId xmlns:a16="http://schemas.microsoft.com/office/drawing/2014/main" id="{887BC9C7-260A-474F-918B-825576E5ABF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1829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0">
        <p15:prstTrans prst="airplane" invX="1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17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02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embbg">
            <a:extLst>
              <a:ext uri="{FF2B5EF4-FFF2-40B4-BE49-F238E27FC236}">
                <a16:creationId xmlns:a16="http://schemas.microsoft.com/office/drawing/2014/main" id="{9E21DC65-1C0A-CF3B-9510-EBE8BB679F9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0" name="!!pt15">
            <a:extLst>
              <a:ext uri="{FF2B5EF4-FFF2-40B4-BE49-F238E27FC236}">
                <a16:creationId xmlns:a16="http://schemas.microsoft.com/office/drawing/2014/main" id="{ED155431-5797-8DBC-6EC4-EDCED528BD8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0740" y="1785298"/>
            <a:ext cx="306179" cy="306179"/>
          </a:xfrm>
          <a:prstGeom prst="rect">
            <a:avLst/>
          </a:prstGeom>
        </p:spPr>
      </p:pic>
      <p:pic>
        <p:nvPicPr>
          <p:cNvPr id="48" name="!!pt14">
            <a:extLst>
              <a:ext uri="{FF2B5EF4-FFF2-40B4-BE49-F238E27FC236}">
                <a16:creationId xmlns:a16="http://schemas.microsoft.com/office/drawing/2014/main" id="{99931485-6F96-2C43-D7DF-6A45E2D7DBA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998" y="6350975"/>
            <a:ext cx="278820" cy="278820"/>
          </a:xfrm>
          <a:prstGeom prst="rect">
            <a:avLst/>
          </a:prstGeom>
        </p:spPr>
      </p:pic>
      <p:pic>
        <p:nvPicPr>
          <p:cNvPr id="46" name="!!pt13">
            <a:extLst>
              <a:ext uri="{FF2B5EF4-FFF2-40B4-BE49-F238E27FC236}">
                <a16:creationId xmlns:a16="http://schemas.microsoft.com/office/drawing/2014/main" id="{77D47C66-D120-BD93-C65B-DB57DF2FDB0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062" y="3400366"/>
            <a:ext cx="247845" cy="247845"/>
          </a:xfrm>
          <a:prstGeom prst="rect">
            <a:avLst/>
          </a:prstGeom>
        </p:spPr>
      </p:pic>
      <p:pic>
        <p:nvPicPr>
          <p:cNvPr id="44" name="!!pt12">
            <a:extLst>
              <a:ext uri="{FF2B5EF4-FFF2-40B4-BE49-F238E27FC236}">
                <a16:creationId xmlns:a16="http://schemas.microsoft.com/office/drawing/2014/main" id="{433780F6-774A-C61D-28B4-2CA018336B78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4644" y="3070727"/>
            <a:ext cx="130264" cy="130264"/>
          </a:xfrm>
          <a:prstGeom prst="rect">
            <a:avLst/>
          </a:prstGeom>
        </p:spPr>
      </p:pic>
      <p:pic>
        <p:nvPicPr>
          <p:cNvPr id="42" name="!!pt11">
            <a:extLst>
              <a:ext uri="{FF2B5EF4-FFF2-40B4-BE49-F238E27FC236}">
                <a16:creationId xmlns:a16="http://schemas.microsoft.com/office/drawing/2014/main" id="{50ADF3F8-745E-24B6-674A-CB8C6918A238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478" y="3284751"/>
            <a:ext cx="373861" cy="373861"/>
          </a:xfrm>
          <a:prstGeom prst="rect">
            <a:avLst/>
          </a:prstGeom>
        </p:spPr>
      </p:pic>
      <p:pic>
        <p:nvPicPr>
          <p:cNvPr id="40" name="!!pt10">
            <a:extLst>
              <a:ext uri="{FF2B5EF4-FFF2-40B4-BE49-F238E27FC236}">
                <a16:creationId xmlns:a16="http://schemas.microsoft.com/office/drawing/2014/main" id="{D018D7C7-DC28-28E9-7F2D-23775503AAFA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6688" y="6588743"/>
            <a:ext cx="329062" cy="329062"/>
          </a:xfrm>
          <a:prstGeom prst="rect">
            <a:avLst/>
          </a:prstGeom>
        </p:spPr>
      </p:pic>
      <p:pic>
        <p:nvPicPr>
          <p:cNvPr id="38" name="!!pt9">
            <a:extLst>
              <a:ext uri="{FF2B5EF4-FFF2-40B4-BE49-F238E27FC236}">
                <a16:creationId xmlns:a16="http://schemas.microsoft.com/office/drawing/2014/main" id="{5A840751-F2E3-E1A8-5D50-7D556D75B7E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777" y="2053945"/>
            <a:ext cx="286713" cy="286713"/>
          </a:xfrm>
          <a:prstGeom prst="rect">
            <a:avLst/>
          </a:prstGeom>
        </p:spPr>
      </p:pic>
      <p:pic>
        <p:nvPicPr>
          <p:cNvPr id="36" name="!!pt8">
            <a:extLst>
              <a:ext uri="{FF2B5EF4-FFF2-40B4-BE49-F238E27FC236}">
                <a16:creationId xmlns:a16="http://schemas.microsoft.com/office/drawing/2014/main" id="{D1A61100-DF29-9663-CE06-054F0BE7D93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632" y="5203377"/>
            <a:ext cx="283309" cy="283309"/>
          </a:xfrm>
          <a:prstGeom prst="rect">
            <a:avLst/>
          </a:prstGeom>
        </p:spPr>
      </p:pic>
      <p:pic>
        <p:nvPicPr>
          <p:cNvPr id="34" name="!!pt7">
            <a:extLst>
              <a:ext uri="{FF2B5EF4-FFF2-40B4-BE49-F238E27FC236}">
                <a16:creationId xmlns:a16="http://schemas.microsoft.com/office/drawing/2014/main" id="{3381843C-0299-A2DA-997B-AAB2A4E80D20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6438" y="4006033"/>
            <a:ext cx="248174" cy="248174"/>
          </a:xfrm>
          <a:prstGeom prst="rect">
            <a:avLst/>
          </a:prstGeom>
        </p:spPr>
      </p:pic>
      <p:pic>
        <p:nvPicPr>
          <p:cNvPr id="32" name="!!pt6">
            <a:extLst>
              <a:ext uri="{FF2B5EF4-FFF2-40B4-BE49-F238E27FC236}">
                <a16:creationId xmlns:a16="http://schemas.microsoft.com/office/drawing/2014/main" id="{C7CB52CA-6547-E842-EC4A-E5CBE0C6E831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3254" y="274842"/>
            <a:ext cx="168604" cy="168604"/>
          </a:xfrm>
          <a:prstGeom prst="rect">
            <a:avLst/>
          </a:prstGeom>
        </p:spPr>
      </p:pic>
      <p:pic>
        <p:nvPicPr>
          <p:cNvPr id="30" name="!!pt5">
            <a:extLst>
              <a:ext uri="{FF2B5EF4-FFF2-40B4-BE49-F238E27FC236}">
                <a16:creationId xmlns:a16="http://schemas.microsoft.com/office/drawing/2014/main" id="{A18036BA-DCAC-41DF-4554-7D3E9FCFDAA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310" y="2141454"/>
            <a:ext cx="375950" cy="375950"/>
          </a:xfrm>
          <a:prstGeom prst="rect">
            <a:avLst/>
          </a:prstGeom>
        </p:spPr>
      </p:pic>
      <p:pic>
        <p:nvPicPr>
          <p:cNvPr id="28" name="!!pt4">
            <a:extLst>
              <a:ext uri="{FF2B5EF4-FFF2-40B4-BE49-F238E27FC236}">
                <a16:creationId xmlns:a16="http://schemas.microsoft.com/office/drawing/2014/main" id="{C5706F63-0CA2-E854-2C59-E4FBBA680D5E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9879" y="747934"/>
            <a:ext cx="320646" cy="320646"/>
          </a:xfrm>
          <a:prstGeom prst="rect">
            <a:avLst/>
          </a:prstGeom>
        </p:spPr>
      </p:pic>
      <p:pic>
        <p:nvPicPr>
          <p:cNvPr id="26" name="!!pt3">
            <a:extLst>
              <a:ext uri="{FF2B5EF4-FFF2-40B4-BE49-F238E27FC236}">
                <a16:creationId xmlns:a16="http://schemas.microsoft.com/office/drawing/2014/main" id="{59F7EA30-F766-6D70-0B1B-4A67639CB4CF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0925" y="5003143"/>
            <a:ext cx="277806" cy="277806"/>
          </a:xfrm>
          <a:prstGeom prst="rect">
            <a:avLst/>
          </a:prstGeom>
        </p:spPr>
      </p:pic>
      <p:pic>
        <p:nvPicPr>
          <p:cNvPr id="24" name="!!pt2">
            <a:extLst>
              <a:ext uri="{FF2B5EF4-FFF2-40B4-BE49-F238E27FC236}">
                <a16:creationId xmlns:a16="http://schemas.microsoft.com/office/drawing/2014/main" id="{7DC9A1AF-4FA1-AA94-2C56-66FAB7E81C2E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8518" y="3148904"/>
            <a:ext cx="285686" cy="285686"/>
          </a:xfrm>
          <a:prstGeom prst="rect">
            <a:avLst/>
          </a:prstGeom>
        </p:spPr>
      </p:pic>
      <p:pic>
        <p:nvPicPr>
          <p:cNvPr id="22" name="!!pt1">
            <a:extLst>
              <a:ext uri="{FF2B5EF4-FFF2-40B4-BE49-F238E27FC236}">
                <a16:creationId xmlns:a16="http://schemas.microsoft.com/office/drawing/2014/main" id="{7995D10F-4C8F-DAE1-1D15-5D71FE579D0E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7638" y="2606848"/>
            <a:ext cx="218192" cy="218192"/>
          </a:xfrm>
          <a:prstGeom prst="rect">
            <a:avLst/>
          </a:prstGeom>
        </p:spPr>
      </p:pic>
      <p:pic>
        <p:nvPicPr>
          <p:cNvPr id="20" name="!!pt0">
            <a:extLst>
              <a:ext uri="{FF2B5EF4-FFF2-40B4-BE49-F238E27FC236}">
                <a16:creationId xmlns:a16="http://schemas.microsoft.com/office/drawing/2014/main" id="{76C32278-C829-D924-DE79-4C1F86690ACC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1171" y="-44537"/>
            <a:ext cx="133663" cy="133663"/>
          </a:xfrm>
          <a:prstGeom prst="rect">
            <a:avLst/>
          </a:prstGeom>
        </p:spPr>
      </p:pic>
      <p:pic>
        <p:nvPicPr>
          <p:cNvPr id="5" name="!!rays">
            <a:extLst>
              <a:ext uri="{FF2B5EF4-FFF2-40B4-BE49-F238E27FC236}">
                <a16:creationId xmlns:a16="http://schemas.microsoft.com/office/drawing/2014/main" id="{F2EC245A-4078-E93F-3563-C831D2C9CF19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-3200400"/>
            <a:ext cx="11430000" cy="11430000"/>
          </a:xfrm>
          <a:prstGeom prst="rect">
            <a:avLst/>
          </a:prstGeom>
        </p:spPr>
      </p:pic>
      <p:pic>
        <p:nvPicPr>
          <p:cNvPr id="7" name="!!deco">
            <a:extLst>
              <a:ext uri="{FF2B5EF4-FFF2-40B4-BE49-F238E27FC236}">
                <a16:creationId xmlns:a16="http://schemas.microsoft.com/office/drawing/2014/main" id="{E4D282F3-F0B3-8FAB-129D-172A98268A8B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-685800"/>
            <a:ext cx="6248400" cy="6248400"/>
          </a:xfrm>
          <a:prstGeom prst="rect">
            <a:avLst/>
          </a:prstGeom>
        </p:spPr>
      </p:pic>
      <p:pic>
        <p:nvPicPr>
          <p:cNvPr id="9" name="!!emb">
            <a:extLst>
              <a:ext uri="{FF2B5EF4-FFF2-40B4-BE49-F238E27FC236}">
                <a16:creationId xmlns:a16="http://schemas.microsoft.com/office/drawing/2014/main" id="{2FF82902-BCA3-542F-2269-91BEEB9B7F61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625" y="962025"/>
            <a:ext cx="2952750" cy="2952750"/>
          </a:xfrm>
          <a:prstGeom prst="rect">
            <a:avLst/>
          </a:prstGeom>
        </p:spPr>
      </p:pic>
      <p:sp>
        <p:nvSpPr>
          <p:cNvPr id="10" name="slogan">
            <a:extLst>
              <a:ext uri="{FF2B5EF4-FFF2-40B4-BE49-F238E27FC236}">
                <a16:creationId xmlns:a16="http://schemas.microsoft.com/office/drawing/2014/main" id="{747C7AF9-0B80-C5EC-03F2-A1C32B81355A}"/>
              </a:ext>
            </a:extLst>
          </p:cNvPr>
          <p:cNvSpPr txBox="1"/>
          <p:nvPr/>
        </p:nvSpPr>
        <p:spPr>
          <a:xfrm>
            <a:off x="1524000" y="4267200"/>
            <a:ext cx="91440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  <a:scene3d>
              <a:camera prst="orthographicFront"/>
              <a:lightRig rig="threePt" dir="t"/>
            </a:scene3d>
            <a:sp3d>
              <a:bevelT w="12700" h="7620"/>
            </a:sp3d>
          </a:bodyPr>
          <a:lstStyle/>
          <a:p>
            <a:pPr algn="ctr"/>
            <a:r>
              <a:rPr lang="zh-CN" altLang="en-US" sz="3600" b="1" spc="600">
                <a:gradFill flip="none" rotWithShape="1">
                  <a:gsLst>
                    <a:gs pos="0">
                      <a:srgbClr val="FFF8CE"/>
                    </a:gs>
                    <a:gs pos="28000">
                      <a:srgbClr val="F8D876"/>
                    </a:gs>
                    <a:gs pos="50000">
                      <a:srgbClr val="C78E2A"/>
                    </a:gs>
                    <a:gs pos="70000">
                      <a:srgbClr val="FCE69C"/>
                    </a:gs>
                    <a:gs pos="100000">
                      <a:srgbClr val="A66C18"/>
                    </a:gs>
                  </a:gsLst>
                  <a:lin ang="5400000" scaled="1"/>
                  <a:tileRect/>
                </a:gra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新时代　新青年　新担当</a:t>
            </a:r>
          </a:p>
        </p:txBody>
      </p:sp>
      <p:sp>
        <p:nvSpPr>
          <p:cNvPr id="11" name="slogan_en">
            <a:extLst>
              <a:ext uri="{FF2B5EF4-FFF2-40B4-BE49-F238E27FC236}">
                <a16:creationId xmlns:a16="http://schemas.microsoft.com/office/drawing/2014/main" id="{FD4439BD-5AC6-3195-D5C0-7EDBFFAACE90}"/>
              </a:ext>
            </a:extLst>
          </p:cNvPr>
          <p:cNvSpPr txBox="1"/>
          <p:nvPr/>
        </p:nvSpPr>
        <p:spPr>
          <a:xfrm>
            <a:off x="2286000" y="4953000"/>
            <a:ext cx="7620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080" spc="400">
                <a:solidFill>
                  <a:srgbClr val="F0C8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NEW  ERA  ·  NEW  YOUTH  ·  NEW  MISSION</a:t>
            </a:r>
            <a:endParaRPr lang="zh-CN" altLang="en-US" sz="1080" spc="400">
              <a:solidFill>
                <a:srgbClr val="F0C8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emb_div_l-1">
            <a:extLst>
              <a:ext uri="{FF2B5EF4-FFF2-40B4-BE49-F238E27FC236}">
                <a16:creationId xmlns:a16="http://schemas.microsoft.com/office/drawing/2014/main" id="{06AE9531-2451-ABAF-123A-F8DEFE3304B6}"/>
              </a:ext>
            </a:extLst>
          </p:cNvPr>
          <p:cNvCxnSpPr/>
          <p:nvPr/>
        </p:nvCxnSpPr>
        <p:spPr>
          <a:xfrm flipH="1">
            <a:off x="3810000" y="5425440"/>
            <a:ext cx="1874520" cy="0"/>
          </a:xfrm>
          <a:prstGeom prst="line">
            <a:avLst/>
          </a:prstGeom>
          <a:ln w="15240" cap="flat" cmpd="sng" algn="ctr">
            <a:solidFill>
              <a:srgbClr val="E2B65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mb_div_l1">
            <a:extLst>
              <a:ext uri="{FF2B5EF4-FFF2-40B4-BE49-F238E27FC236}">
                <a16:creationId xmlns:a16="http://schemas.microsoft.com/office/drawing/2014/main" id="{1D03166C-F6CA-4501-BBEA-CBEB072D3C38}"/>
              </a:ext>
            </a:extLst>
          </p:cNvPr>
          <p:cNvCxnSpPr/>
          <p:nvPr/>
        </p:nvCxnSpPr>
        <p:spPr>
          <a:xfrm>
            <a:off x="6507480" y="5425440"/>
            <a:ext cx="1874520" cy="0"/>
          </a:xfrm>
          <a:prstGeom prst="line">
            <a:avLst/>
          </a:prstGeom>
          <a:ln w="15240" cap="flat" cmpd="sng" algn="ctr">
            <a:solidFill>
              <a:srgbClr val="E2B65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mb_div_d0">
            <a:extLst>
              <a:ext uri="{FF2B5EF4-FFF2-40B4-BE49-F238E27FC236}">
                <a16:creationId xmlns:a16="http://schemas.microsoft.com/office/drawing/2014/main" id="{90044CB0-75BD-5CEF-E699-53C8E27BDCDE}"/>
              </a:ext>
            </a:extLst>
          </p:cNvPr>
          <p:cNvSpPr/>
          <p:nvPr/>
        </p:nvSpPr>
        <p:spPr>
          <a:xfrm>
            <a:off x="6035040" y="5364480"/>
            <a:ext cx="121920" cy="121920"/>
          </a:xfrm>
          <a:prstGeom prst="diamond">
            <a:avLst/>
          </a:prstGeom>
          <a:solidFill>
            <a:srgbClr val="E8BC6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!!cloud0">
            <a:extLst>
              <a:ext uri="{FF2B5EF4-FFF2-40B4-BE49-F238E27FC236}">
                <a16:creationId xmlns:a16="http://schemas.microsoft.com/office/drawing/2014/main" id="{781916DA-2569-A888-776E-AA16000F1674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400" y="4998720"/>
            <a:ext cx="2895600" cy="1737360"/>
          </a:xfrm>
          <a:prstGeom prst="rect">
            <a:avLst/>
          </a:prstGeom>
        </p:spPr>
      </p:pic>
      <p:pic>
        <p:nvPicPr>
          <p:cNvPr id="18" name="!!cloud1">
            <a:extLst>
              <a:ext uri="{FF2B5EF4-FFF2-40B4-BE49-F238E27FC236}">
                <a16:creationId xmlns:a16="http://schemas.microsoft.com/office/drawing/2014/main" id="{4448A2B6-D78D-4CDB-D6DF-519F8C6358A2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448800" y="4998720"/>
            <a:ext cx="2895600" cy="173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0815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02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embbg">
            <a:extLst>
              <a:ext uri="{FF2B5EF4-FFF2-40B4-BE49-F238E27FC236}">
                <a16:creationId xmlns:a16="http://schemas.microsoft.com/office/drawing/2014/main" id="{F15D8ACA-EF03-E6AF-4007-1E7CA624FF1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0" name="!!pt15">
            <a:extLst>
              <a:ext uri="{FF2B5EF4-FFF2-40B4-BE49-F238E27FC236}">
                <a16:creationId xmlns:a16="http://schemas.microsoft.com/office/drawing/2014/main" id="{1423CDF5-1D14-7800-DA09-C2C6C74CBB6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4678" y="4468764"/>
            <a:ext cx="311252" cy="311252"/>
          </a:xfrm>
          <a:prstGeom prst="rect">
            <a:avLst/>
          </a:prstGeom>
        </p:spPr>
      </p:pic>
      <p:pic>
        <p:nvPicPr>
          <p:cNvPr id="68" name="!!pt14">
            <a:extLst>
              <a:ext uri="{FF2B5EF4-FFF2-40B4-BE49-F238E27FC236}">
                <a16:creationId xmlns:a16="http://schemas.microsoft.com/office/drawing/2014/main" id="{78D82AA6-BEC6-6133-E1BB-A0D8D655584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4253" y="102420"/>
            <a:ext cx="275867" cy="275867"/>
          </a:xfrm>
          <a:prstGeom prst="rect">
            <a:avLst/>
          </a:prstGeom>
        </p:spPr>
      </p:pic>
      <p:pic>
        <p:nvPicPr>
          <p:cNvPr id="66" name="!!pt13">
            <a:extLst>
              <a:ext uri="{FF2B5EF4-FFF2-40B4-BE49-F238E27FC236}">
                <a16:creationId xmlns:a16="http://schemas.microsoft.com/office/drawing/2014/main" id="{3D08CE61-EDAA-018E-C264-2128F198424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6080" y="2251773"/>
            <a:ext cx="195073" cy="195073"/>
          </a:xfrm>
          <a:prstGeom prst="rect">
            <a:avLst/>
          </a:prstGeom>
        </p:spPr>
      </p:pic>
      <p:pic>
        <p:nvPicPr>
          <p:cNvPr id="64" name="!!pt12">
            <a:extLst>
              <a:ext uri="{FF2B5EF4-FFF2-40B4-BE49-F238E27FC236}">
                <a16:creationId xmlns:a16="http://schemas.microsoft.com/office/drawing/2014/main" id="{93C3D060-A41B-4688-B1A0-BCFE5B314E65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1684" y="3970459"/>
            <a:ext cx="135730" cy="135730"/>
          </a:xfrm>
          <a:prstGeom prst="rect">
            <a:avLst/>
          </a:prstGeom>
        </p:spPr>
      </p:pic>
      <p:pic>
        <p:nvPicPr>
          <p:cNvPr id="62" name="!!pt11">
            <a:extLst>
              <a:ext uri="{FF2B5EF4-FFF2-40B4-BE49-F238E27FC236}">
                <a16:creationId xmlns:a16="http://schemas.microsoft.com/office/drawing/2014/main" id="{28EB548E-1EF5-689C-90F3-BF77D94FBA9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444" y="3814376"/>
            <a:ext cx="417386" cy="417386"/>
          </a:xfrm>
          <a:prstGeom prst="rect">
            <a:avLst/>
          </a:prstGeom>
        </p:spPr>
      </p:pic>
      <p:pic>
        <p:nvPicPr>
          <p:cNvPr id="60" name="!!pt10">
            <a:extLst>
              <a:ext uri="{FF2B5EF4-FFF2-40B4-BE49-F238E27FC236}">
                <a16:creationId xmlns:a16="http://schemas.microsoft.com/office/drawing/2014/main" id="{4887A463-69C4-84D2-7E1E-E10DEBDB76F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142" y="5320609"/>
            <a:ext cx="330708" cy="330708"/>
          </a:xfrm>
          <a:prstGeom prst="rect">
            <a:avLst/>
          </a:prstGeom>
        </p:spPr>
      </p:pic>
      <p:pic>
        <p:nvPicPr>
          <p:cNvPr id="58" name="!!pt9">
            <a:extLst>
              <a:ext uri="{FF2B5EF4-FFF2-40B4-BE49-F238E27FC236}">
                <a16:creationId xmlns:a16="http://schemas.microsoft.com/office/drawing/2014/main" id="{FCCFDD9E-011C-BB5F-B389-4DB6601C69AF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870" y="5099398"/>
            <a:ext cx="300016" cy="300016"/>
          </a:xfrm>
          <a:prstGeom prst="rect">
            <a:avLst/>
          </a:prstGeom>
        </p:spPr>
      </p:pic>
      <p:pic>
        <p:nvPicPr>
          <p:cNvPr id="56" name="!!pt8">
            <a:extLst>
              <a:ext uri="{FF2B5EF4-FFF2-40B4-BE49-F238E27FC236}">
                <a16:creationId xmlns:a16="http://schemas.microsoft.com/office/drawing/2014/main" id="{71CC2681-B761-20D5-ED6E-A04E3B9102C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9833" y="2354103"/>
            <a:ext cx="290117" cy="290117"/>
          </a:xfrm>
          <a:prstGeom prst="rect">
            <a:avLst/>
          </a:prstGeom>
        </p:spPr>
      </p:pic>
      <p:pic>
        <p:nvPicPr>
          <p:cNvPr id="54" name="!!pt7">
            <a:extLst>
              <a:ext uri="{FF2B5EF4-FFF2-40B4-BE49-F238E27FC236}">
                <a16:creationId xmlns:a16="http://schemas.microsoft.com/office/drawing/2014/main" id="{01BB6B36-80CF-1DEE-58ED-4E90C9BC16F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1095" y="3175191"/>
            <a:ext cx="216647" cy="216647"/>
          </a:xfrm>
          <a:prstGeom prst="rect">
            <a:avLst/>
          </a:prstGeom>
        </p:spPr>
      </p:pic>
      <p:pic>
        <p:nvPicPr>
          <p:cNvPr id="52" name="!!pt6">
            <a:extLst>
              <a:ext uri="{FF2B5EF4-FFF2-40B4-BE49-F238E27FC236}">
                <a16:creationId xmlns:a16="http://schemas.microsoft.com/office/drawing/2014/main" id="{987DED8F-2553-B60F-C5E8-12C030B85C94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5549" y="2994321"/>
            <a:ext cx="167504" cy="167504"/>
          </a:xfrm>
          <a:prstGeom prst="rect">
            <a:avLst/>
          </a:prstGeom>
        </p:spPr>
      </p:pic>
      <p:pic>
        <p:nvPicPr>
          <p:cNvPr id="50" name="!!pt5">
            <a:extLst>
              <a:ext uri="{FF2B5EF4-FFF2-40B4-BE49-F238E27FC236}">
                <a16:creationId xmlns:a16="http://schemas.microsoft.com/office/drawing/2014/main" id="{8419F911-D23E-A5CC-D205-F85F562EC93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141" y="5515057"/>
            <a:ext cx="382542" cy="382542"/>
          </a:xfrm>
          <a:prstGeom prst="rect">
            <a:avLst/>
          </a:prstGeom>
        </p:spPr>
      </p:pic>
      <p:pic>
        <p:nvPicPr>
          <p:cNvPr id="48" name="!!pt4">
            <a:extLst>
              <a:ext uri="{FF2B5EF4-FFF2-40B4-BE49-F238E27FC236}">
                <a16:creationId xmlns:a16="http://schemas.microsoft.com/office/drawing/2014/main" id="{BCA5A62F-24BE-047A-B17A-1504ED6906F3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318" y="2318920"/>
            <a:ext cx="371852" cy="371852"/>
          </a:xfrm>
          <a:prstGeom prst="rect">
            <a:avLst/>
          </a:prstGeom>
        </p:spPr>
      </p:pic>
      <p:pic>
        <p:nvPicPr>
          <p:cNvPr id="46" name="!!pt3">
            <a:extLst>
              <a:ext uri="{FF2B5EF4-FFF2-40B4-BE49-F238E27FC236}">
                <a16:creationId xmlns:a16="http://schemas.microsoft.com/office/drawing/2014/main" id="{C8E7F03B-5089-9D67-34CB-21F755D4370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904" y="337937"/>
            <a:ext cx="325345" cy="325345"/>
          </a:xfrm>
          <a:prstGeom prst="rect">
            <a:avLst/>
          </a:prstGeom>
        </p:spPr>
      </p:pic>
      <p:pic>
        <p:nvPicPr>
          <p:cNvPr id="44" name="!!pt2">
            <a:extLst>
              <a:ext uri="{FF2B5EF4-FFF2-40B4-BE49-F238E27FC236}">
                <a16:creationId xmlns:a16="http://schemas.microsoft.com/office/drawing/2014/main" id="{D16E172D-590C-AB50-8F7C-FC9A6239421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681" y="829533"/>
            <a:ext cx="236198" cy="236198"/>
          </a:xfrm>
          <a:prstGeom prst="rect">
            <a:avLst/>
          </a:prstGeom>
        </p:spPr>
      </p:pic>
      <p:pic>
        <p:nvPicPr>
          <p:cNvPr id="42" name="!!pt1">
            <a:extLst>
              <a:ext uri="{FF2B5EF4-FFF2-40B4-BE49-F238E27FC236}">
                <a16:creationId xmlns:a16="http://schemas.microsoft.com/office/drawing/2014/main" id="{C65F7BEA-0474-4BFD-D80E-8E679137318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2287" y="6507709"/>
            <a:ext cx="220653" cy="220653"/>
          </a:xfrm>
          <a:prstGeom prst="rect">
            <a:avLst/>
          </a:prstGeom>
        </p:spPr>
      </p:pic>
      <p:pic>
        <p:nvPicPr>
          <p:cNvPr id="40" name="!!pt0">
            <a:extLst>
              <a:ext uri="{FF2B5EF4-FFF2-40B4-BE49-F238E27FC236}">
                <a16:creationId xmlns:a16="http://schemas.microsoft.com/office/drawing/2014/main" id="{9C745204-73A7-A901-F5F5-A443542500E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3165" y="2523632"/>
            <a:ext cx="196053" cy="196053"/>
          </a:xfrm>
          <a:prstGeom prst="rect">
            <a:avLst/>
          </a:prstGeom>
        </p:spPr>
      </p:pic>
      <p:pic>
        <p:nvPicPr>
          <p:cNvPr id="5" name="!!rays">
            <a:extLst>
              <a:ext uri="{FF2B5EF4-FFF2-40B4-BE49-F238E27FC236}">
                <a16:creationId xmlns:a16="http://schemas.microsoft.com/office/drawing/2014/main" id="{BFC657ED-00BF-0FC8-9918-002A301172EF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67000" y="-2819400"/>
            <a:ext cx="11430000" cy="11430000"/>
          </a:xfrm>
          <a:prstGeom prst="rect">
            <a:avLst/>
          </a:prstGeom>
        </p:spPr>
      </p:pic>
      <p:pic>
        <p:nvPicPr>
          <p:cNvPr id="7" name="!!deco">
            <a:extLst>
              <a:ext uri="{FF2B5EF4-FFF2-40B4-BE49-F238E27FC236}">
                <a16:creationId xmlns:a16="http://schemas.microsoft.com/office/drawing/2014/main" id="{678F1D0B-73F0-5B96-9F5F-3A40AC994320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457200"/>
            <a:ext cx="4876800" cy="4876800"/>
          </a:xfrm>
          <a:prstGeom prst="rect">
            <a:avLst/>
          </a:prstGeom>
        </p:spPr>
      </p:pic>
      <p:pic>
        <p:nvPicPr>
          <p:cNvPr id="9" name="!!emb">
            <a:extLst>
              <a:ext uri="{FF2B5EF4-FFF2-40B4-BE49-F238E27FC236}">
                <a16:creationId xmlns:a16="http://schemas.microsoft.com/office/drawing/2014/main" id="{4F65CC9C-22D8-1170-25FA-4B788BE82263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375" y="1552575"/>
            <a:ext cx="2381250" cy="2381250"/>
          </a:xfrm>
          <a:prstGeom prst="rect">
            <a:avLst/>
          </a:prstGeom>
        </p:spPr>
      </p:pic>
      <p:sp>
        <p:nvSpPr>
          <p:cNvPr id="10" name="ag_title">
            <a:extLst>
              <a:ext uri="{FF2B5EF4-FFF2-40B4-BE49-F238E27FC236}">
                <a16:creationId xmlns:a16="http://schemas.microsoft.com/office/drawing/2014/main" id="{F0B7E7EC-E6F1-2FA8-854E-489C59EC1093}"/>
              </a:ext>
            </a:extLst>
          </p:cNvPr>
          <p:cNvSpPr txBox="1"/>
          <p:nvPr/>
        </p:nvSpPr>
        <p:spPr>
          <a:xfrm>
            <a:off x="762000" y="4267200"/>
            <a:ext cx="45720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  <a:scene3d>
              <a:camera prst="orthographicFront"/>
              <a:lightRig rig="threePt" dir="t"/>
            </a:scene3d>
            <a:sp3d>
              <a:bevelT w="19812" h="11887"/>
            </a:sp3d>
          </a:bodyPr>
          <a:lstStyle/>
          <a:p>
            <a:pPr algn="ctr"/>
            <a:r>
              <a:rPr lang="zh-CN" altLang="en-US" sz="6240" spc="-800">
                <a:gradFill flip="none" rotWithShape="1">
                  <a:gsLst>
                    <a:gs pos="0">
                      <a:srgbClr val="FFF8CE"/>
                    </a:gs>
                    <a:gs pos="28000">
                      <a:srgbClr val="F8D876"/>
                    </a:gs>
                    <a:gs pos="50000">
                      <a:srgbClr val="C78E2A"/>
                    </a:gs>
                    <a:gs pos="70000">
                      <a:srgbClr val="FCE69C"/>
                    </a:gs>
                    <a:gs pos="100000">
                      <a:srgbClr val="A66C18"/>
                    </a:gs>
                  </a:gsLst>
                  <a:lin ang="5400000" scaled="1"/>
                  <a:tileRect/>
                </a:gradFill>
                <a:effectLst>
                  <a:outerShdw blurRad="56606" dist="31748" dir="3378574" rotWithShape="0">
                    <a:srgbClr val="320004">
                      <a:alpha val="55000"/>
                    </a:srgb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活动流程</a:t>
            </a:r>
          </a:p>
        </p:txBody>
      </p:sp>
      <p:sp>
        <p:nvSpPr>
          <p:cNvPr id="11" name="ag_en">
            <a:extLst>
              <a:ext uri="{FF2B5EF4-FFF2-40B4-BE49-F238E27FC236}">
                <a16:creationId xmlns:a16="http://schemas.microsoft.com/office/drawing/2014/main" id="{F2F71E91-A2B5-7FF1-0E15-A63DCA1C4242}"/>
              </a:ext>
            </a:extLst>
          </p:cNvPr>
          <p:cNvSpPr txBox="1"/>
          <p:nvPr/>
        </p:nvSpPr>
        <p:spPr>
          <a:xfrm>
            <a:off x="762000" y="5257800"/>
            <a:ext cx="457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altLang="zh-CN" sz="1200">
                <a:solidFill>
                  <a:srgbClr val="F0C8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G E N D A</a:t>
            </a:r>
            <a:endParaRPr lang="zh-CN" altLang="en-US" sz="1200">
              <a:solidFill>
                <a:srgbClr val="F0C8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ag_vline">
            <a:extLst>
              <a:ext uri="{FF2B5EF4-FFF2-40B4-BE49-F238E27FC236}">
                <a16:creationId xmlns:a16="http://schemas.microsoft.com/office/drawing/2014/main" id="{FE1B1A9D-FA8D-AB38-819C-736763540097}"/>
              </a:ext>
            </a:extLst>
          </p:cNvPr>
          <p:cNvCxnSpPr/>
          <p:nvPr/>
        </p:nvCxnSpPr>
        <p:spPr>
          <a:xfrm>
            <a:off x="5867400" y="1143000"/>
            <a:ext cx="0" cy="4572000"/>
          </a:xfrm>
          <a:prstGeom prst="line">
            <a:avLst/>
          </a:prstGeom>
          <a:ln w="15240" cap="flat" cmpd="sng" algn="ctr">
            <a:solidFill>
              <a:srgbClr val="E2B65C">
                <a:alpha val="7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ag_card0">
            <a:extLst>
              <a:ext uri="{FF2B5EF4-FFF2-40B4-BE49-F238E27FC236}">
                <a16:creationId xmlns:a16="http://schemas.microsoft.com/office/drawing/2014/main" id="{5BAFB998-8C7E-676F-80A7-0FAF0109BC49}"/>
              </a:ext>
            </a:extLst>
          </p:cNvPr>
          <p:cNvSpPr/>
          <p:nvPr/>
        </p:nvSpPr>
        <p:spPr>
          <a:xfrm>
            <a:off x="6248400" y="1219200"/>
            <a:ext cx="5334000" cy="9144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960C16">
                  <a:alpha val="75000"/>
                </a:srgbClr>
              </a:gs>
              <a:gs pos="100000">
                <a:srgbClr val="5A040C">
                  <a:alpha val="45000"/>
                </a:srgbClr>
              </a:gs>
            </a:gsLst>
            <a:lin ang="0" scaled="1"/>
            <a:tileRect/>
          </a:gradFill>
          <a:ln w="12700" cap="flat" cmpd="sng" algn="ctr">
            <a:solidFill>
              <a:srgbClr val="E6BA60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ag_no0">
            <a:extLst>
              <a:ext uri="{FF2B5EF4-FFF2-40B4-BE49-F238E27FC236}">
                <a16:creationId xmlns:a16="http://schemas.microsoft.com/office/drawing/2014/main" id="{FCEF9915-56B8-BC06-5993-6CDA429DDA37}"/>
              </a:ext>
            </a:extLst>
          </p:cNvPr>
          <p:cNvSpPr txBox="1"/>
          <p:nvPr/>
        </p:nvSpPr>
        <p:spPr>
          <a:xfrm>
            <a:off x="6400800" y="1295400"/>
            <a:ext cx="10668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4320" b="1">
                <a:gradFill flip="none" rotWithShape="1">
                  <a:gsLst>
                    <a:gs pos="0">
                      <a:srgbClr val="FFF8CE"/>
                    </a:gs>
                    <a:gs pos="28000">
                      <a:srgbClr val="F8D876"/>
                    </a:gs>
                    <a:gs pos="50000">
                      <a:srgbClr val="C78E2A"/>
                    </a:gs>
                    <a:gs pos="70000">
                      <a:srgbClr val="FCE69C"/>
                    </a:gs>
                    <a:gs pos="100000">
                      <a:srgbClr val="A66C18"/>
                    </a:gs>
                  </a:gsLst>
                  <a:lin ang="5400000" scaled="1"/>
                  <a:tileRect/>
                </a:gradFill>
                <a:effectLst>
                  <a:outerShdw blurRad="39189" dist="22895" dir="3378584" rotWithShape="0">
                    <a:srgbClr val="320004">
                      <a:alpha val="5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01</a:t>
            </a:r>
            <a:endParaRPr lang="zh-CN" altLang="en-US" sz="4320" b="1">
              <a:gradFill flip="none" rotWithShape="1">
                <a:gsLst>
                  <a:gs pos="0">
                    <a:srgbClr val="FFF8CE"/>
                  </a:gs>
                  <a:gs pos="28000">
                    <a:srgbClr val="F8D876"/>
                  </a:gs>
                  <a:gs pos="50000">
                    <a:srgbClr val="C78E2A"/>
                  </a:gs>
                  <a:gs pos="70000">
                    <a:srgbClr val="FCE69C"/>
                  </a:gs>
                  <a:gs pos="100000">
                    <a:srgbClr val="A66C18"/>
                  </a:gs>
                </a:gsLst>
                <a:lin ang="5400000" scaled="1"/>
                <a:tileRect/>
              </a:gradFill>
              <a:effectLst>
                <a:outerShdw blurRad="39189" dist="22895" dir="3378584" rotWithShape="0">
                  <a:srgbClr val="320004">
                    <a:alpha val="55000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cxnSp>
        <p:nvCxnSpPr>
          <p:cNvPr id="15" name="ag_sep0">
            <a:extLst>
              <a:ext uri="{FF2B5EF4-FFF2-40B4-BE49-F238E27FC236}">
                <a16:creationId xmlns:a16="http://schemas.microsoft.com/office/drawing/2014/main" id="{0C67EBD7-55F2-7654-76EB-3FA721F67B82}"/>
              </a:ext>
            </a:extLst>
          </p:cNvPr>
          <p:cNvCxnSpPr/>
          <p:nvPr/>
        </p:nvCxnSpPr>
        <p:spPr>
          <a:xfrm>
            <a:off x="7543800" y="1432560"/>
            <a:ext cx="0" cy="487680"/>
          </a:xfrm>
          <a:prstGeom prst="line">
            <a:avLst/>
          </a:prstGeom>
          <a:ln w="15240" cap="flat" cmpd="sng" algn="ctr">
            <a:solidFill>
              <a:srgbClr val="E2B65C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g_t0">
            <a:extLst>
              <a:ext uri="{FF2B5EF4-FFF2-40B4-BE49-F238E27FC236}">
                <a16:creationId xmlns:a16="http://schemas.microsoft.com/office/drawing/2014/main" id="{7184E61C-BD42-2C17-662B-1C919631B11D}"/>
              </a:ext>
            </a:extLst>
          </p:cNvPr>
          <p:cNvSpPr txBox="1"/>
          <p:nvPr/>
        </p:nvSpPr>
        <p:spPr>
          <a:xfrm>
            <a:off x="7772400" y="1341120"/>
            <a:ext cx="3657600" cy="4267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2400" b="1">
                <a:solidFill>
                  <a:srgbClr val="FFECC4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回顾光辉团史</a:t>
            </a:r>
          </a:p>
        </p:txBody>
      </p:sp>
      <p:sp>
        <p:nvSpPr>
          <p:cNvPr id="17" name="ag_s0">
            <a:extLst>
              <a:ext uri="{FF2B5EF4-FFF2-40B4-BE49-F238E27FC236}">
                <a16:creationId xmlns:a16="http://schemas.microsoft.com/office/drawing/2014/main" id="{3304DF0A-C334-985A-0261-0FAD4AD3F42A}"/>
              </a:ext>
            </a:extLst>
          </p:cNvPr>
          <p:cNvSpPr txBox="1"/>
          <p:nvPr/>
        </p:nvSpPr>
        <p:spPr>
          <a:xfrm>
            <a:off x="7772400" y="1752600"/>
            <a:ext cx="3657600" cy="2743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320">
                <a:solidFill>
                  <a:srgbClr val="ECBE8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追寻百年青春足迹</a:t>
            </a:r>
          </a:p>
        </p:txBody>
      </p:sp>
      <p:sp>
        <p:nvSpPr>
          <p:cNvPr id="18" name="ag_dot0">
            <a:extLst>
              <a:ext uri="{FF2B5EF4-FFF2-40B4-BE49-F238E27FC236}">
                <a16:creationId xmlns:a16="http://schemas.microsoft.com/office/drawing/2014/main" id="{8E0B4D81-61A3-F7AC-9431-7082A6E77CCD}"/>
              </a:ext>
            </a:extLst>
          </p:cNvPr>
          <p:cNvSpPr/>
          <p:nvPr/>
        </p:nvSpPr>
        <p:spPr>
          <a:xfrm>
            <a:off x="5798820" y="1607820"/>
            <a:ext cx="137160" cy="137160"/>
          </a:xfrm>
          <a:prstGeom prst="ellipse">
            <a:avLst/>
          </a:prstGeom>
          <a:solidFill>
            <a:srgbClr val="F0C8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ag_card1">
            <a:extLst>
              <a:ext uri="{FF2B5EF4-FFF2-40B4-BE49-F238E27FC236}">
                <a16:creationId xmlns:a16="http://schemas.microsoft.com/office/drawing/2014/main" id="{B72920A7-79AE-6CD2-09DB-D495A5248082}"/>
              </a:ext>
            </a:extLst>
          </p:cNvPr>
          <p:cNvSpPr/>
          <p:nvPr/>
        </p:nvSpPr>
        <p:spPr>
          <a:xfrm>
            <a:off x="6248400" y="2362200"/>
            <a:ext cx="5334000" cy="9144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960C16">
                  <a:alpha val="75000"/>
                </a:srgbClr>
              </a:gs>
              <a:gs pos="100000">
                <a:srgbClr val="5A040C">
                  <a:alpha val="45000"/>
                </a:srgbClr>
              </a:gs>
            </a:gsLst>
            <a:lin ang="0" scaled="1"/>
            <a:tileRect/>
          </a:gradFill>
          <a:ln w="12700" cap="flat" cmpd="sng" algn="ctr">
            <a:solidFill>
              <a:srgbClr val="E6BA60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ag_no1">
            <a:extLst>
              <a:ext uri="{FF2B5EF4-FFF2-40B4-BE49-F238E27FC236}">
                <a16:creationId xmlns:a16="http://schemas.microsoft.com/office/drawing/2014/main" id="{F7BAD38F-68B6-734A-8023-96A34E52E278}"/>
              </a:ext>
            </a:extLst>
          </p:cNvPr>
          <p:cNvSpPr txBox="1"/>
          <p:nvPr/>
        </p:nvSpPr>
        <p:spPr>
          <a:xfrm>
            <a:off x="6400800" y="2438400"/>
            <a:ext cx="10668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4320" b="1">
                <a:gradFill flip="none" rotWithShape="1">
                  <a:gsLst>
                    <a:gs pos="0">
                      <a:srgbClr val="FFF8CE"/>
                    </a:gs>
                    <a:gs pos="28000">
                      <a:srgbClr val="F8D876"/>
                    </a:gs>
                    <a:gs pos="50000">
                      <a:srgbClr val="C78E2A"/>
                    </a:gs>
                    <a:gs pos="70000">
                      <a:srgbClr val="FCE69C"/>
                    </a:gs>
                    <a:gs pos="100000">
                      <a:srgbClr val="A66C18"/>
                    </a:gs>
                  </a:gsLst>
                  <a:lin ang="5400000" scaled="1"/>
                  <a:tileRect/>
                </a:gradFill>
                <a:effectLst>
                  <a:outerShdw blurRad="39189" dist="22895" dir="3378584" rotWithShape="0">
                    <a:srgbClr val="320004">
                      <a:alpha val="5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02</a:t>
            </a:r>
            <a:endParaRPr lang="zh-CN" altLang="en-US" sz="4320" b="1">
              <a:gradFill flip="none" rotWithShape="1">
                <a:gsLst>
                  <a:gs pos="0">
                    <a:srgbClr val="FFF8CE"/>
                  </a:gs>
                  <a:gs pos="28000">
                    <a:srgbClr val="F8D876"/>
                  </a:gs>
                  <a:gs pos="50000">
                    <a:srgbClr val="C78E2A"/>
                  </a:gs>
                  <a:gs pos="70000">
                    <a:srgbClr val="FCE69C"/>
                  </a:gs>
                  <a:gs pos="100000">
                    <a:srgbClr val="A66C18"/>
                  </a:gs>
                </a:gsLst>
                <a:lin ang="5400000" scaled="1"/>
                <a:tileRect/>
              </a:gradFill>
              <a:effectLst>
                <a:outerShdw blurRad="39189" dist="22895" dir="3378584" rotWithShape="0">
                  <a:srgbClr val="320004">
                    <a:alpha val="55000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cxnSp>
        <p:nvCxnSpPr>
          <p:cNvPr id="21" name="ag_sep1">
            <a:extLst>
              <a:ext uri="{FF2B5EF4-FFF2-40B4-BE49-F238E27FC236}">
                <a16:creationId xmlns:a16="http://schemas.microsoft.com/office/drawing/2014/main" id="{3E055EC6-FCD1-E237-0144-BBF872BC1656}"/>
              </a:ext>
            </a:extLst>
          </p:cNvPr>
          <p:cNvCxnSpPr/>
          <p:nvPr/>
        </p:nvCxnSpPr>
        <p:spPr>
          <a:xfrm>
            <a:off x="7543800" y="2575560"/>
            <a:ext cx="0" cy="487680"/>
          </a:xfrm>
          <a:prstGeom prst="line">
            <a:avLst/>
          </a:prstGeom>
          <a:ln w="15240" cap="flat" cmpd="sng" algn="ctr">
            <a:solidFill>
              <a:srgbClr val="E2B65C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ag_t1">
            <a:extLst>
              <a:ext uri="{FF2B5EF4-FFF2-40B4-BE49-F238E27FC236}">
                <a16:creationId xmlns:a16="http://schemas.microsoft.com/office/drawing/2014/main" id="{21974063-6080-5D3A-5976-70A83A6AEE6A}"/>
              </a:ext>
            </a:extLst>
          </p:cNvPr>
          <p:cNvSpPr txBox="1"/>
          <p:nvPr/>
        </p:nvSpPr>
        <p:spPr>
          <a:xfrm>
            <a:off x="7772400" y="2484120"/>
            <a:ext cx="3657600" cy="4267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2400" b="1">
                <a:solidFill>
                  <a:srgbClr val="FFECC4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重温入团誓词</a:t>
            </a:r>
          </a:p>
        </p:txBody>
      </p:sp>
      <p:sp>
        <p:nvSpPr>
          <p:cNvPr id="23" name="ag_s1">
            <a:extLst>
              <a:ext uri="{FF2B5EF4-FFF2-40B4-BE49-F238E27FC236}">
                <a16:creationId xmlns:a16="http://schemas.microsoft.com/office/drawing/2014/main" id="{FED2D4AB-599D-2751-205A-7DEC4C4A1F16}"/>
              </a:ext>
            </a:extLst>
          </p:cNvPr>
          <p:cNvSpPr txBox="1"/>
          <p:nvPr/>
        </p:nvSpPr>
        <p:spPr>
          <a:xfrm>
            <a:off x="7772400" y="2895600"/>
            <a:ext cx="3657600" cy="2743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320">
                <a:solidFill>
                  <a:srgbClr val="ECBE8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不忘初心 </a:t>
            </a:r>
            <a:r>
              <a:rPr lang="en-US" altLang="zh-CN" sz="1320">
                <a:solidFill>
                  <a:srgbClr val="ECBE8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· </a:t>
            </a:r>
            <a:r>
              <a:rPr lang="zh-CN" altLang="en-US" sz="1320">
                <a:solidFill>
                  <a:srgbClr val="ECBE8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牢记使命</a:t>
            </a:r>
          </a:p>
        </p:txBody>
      </p:sp>
      <p:sp>
        <p:nvSpPr>
          <p:cNvPr id="24" name="ag_dot1">
            <a:extLst>
              <a:ext uri="{FF2B5EF4-FFF2-40B4-BE49-F238E27FC236}">
                <a16:creationId xmlns:a16="http://schemas.microsoft.com/office/drawing/2014/main" id="{388EE170-84BE-CCA6-34F9-AAC9F882D48E}"/>
              </a:ext>
            </a:extLst>
          </p:cNvPr>
          <p:cNvSpPr/>
          <p:nvPr/>
        </p:nvSpPr>
        <p:spPr>
          <a:xfrm>
            <a:off x="5798820" y="2750820"/>
            <a:ext cx="137160" cy="137160"/>
          </a:xfrm>
          <a:prstGeom prst="ellipse">
            <a:avLst/>
          </a:prstGeom>
          <a:solidFill>
            <a:srgbClr val="F0C8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ag_card2">
            <a:extLst>
              <a:ext uri="{FF2B5EF4-FFF2-40B4-BE49-F238E27FC236}">
                <a16:creationId xmlns:a16="http://schemas.microsoft.com/office/drawing/2014/main" id="{48276205-9226-1FED-9A83-095F6171881C}"/>
              </a:ext>
            </a:extLst>
          </p:cNvPr>
          <p:cNvSpPr/>
          <p:nvPr/>
        </p:nvSpPr>
        <p:spPr>
          <a:xfrm>
            <a:off x="6248400" y="3505200"/>
            <a:ext cx="5334000" cy="9144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960C16">
                  <a:alpha val="75000"/>
                </a:srgbClr>
              </a:gs>
              <a:gs pos="100000">
                <a:srgbClr val="5A040C">
                  <a:alpha val="45000"/>
                </a:srgbClr>
              </a:gs>
            </a:gsLst>
            <a:lin ang="0" scaled="1"/>
            <a:tileRect/>
          </a:gradFill>
          <a:ln w="12700" cap="flat" cmpd="sng" algn="ctr">
            <a:solidFill>
              <a:srgbClr val="E6BA60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ag_no2">
            <a:extLst>
              <a:ext uri="{FF2B5EF4-FFF2-40B4-BE49-F238E27FC236}">
                <a16:creationId xmlns:a16="http://schemas.microsoft.com/office/drawing/2014/main" id="{1CD38969-DABD-52CB-7C46-372FB349D197}"/>
              </a:ext>
            </a:extLst>
          </p:cNvPr>
          <p:cNvSpPr txBox="1"/>
          <p:nvPr/>
        </p:nvSpPr>
        <p:spPr>
          <a:xfrm>
            <a:off x="6400800" y="3581400"/>
            <a:ext cx="10668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4320" b="1">
                <a:gradFill flip="none" rotWithShape="1">
                  <a:gsLst>
                    <a:gs pos="0">
                      <a:srgbClr val="FFF8CE"/>
                    </a:gs>
                    <a:gs pos="28000">
                      <a:srgbClr val="F8D876"/>
                    </a:gs>
                    <a:gs pos="50000">
                      <a:srgbClr val="C78E2A"/>
                    </a:gs>
                    <a:gs pos="70000">
                      <a:srgbClr val="FCE69C"/>
                    </a:gs>
                    <a:gs pos="100000">
                      <a:srgbClr val="A66C18"/>
                    </a:gs>
                  </a:gsLst>
                  <a:lin ang="5400000" scaled="1"/>
                  <a:tileRect/>
                </a:gradFill>
                <a:effectLst>
                  <a:outerShdw blurRad="39189" dist="22895" dir="3378584" rotWithShape="0">
                    <a:srgbClr val="320004">
                      <a:alpha val="5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03</a:t>
            </a:r>
            <a:endParaRPr lang="zh-CN" altLang="en-US" sz="4320" b="1">
              <a:gradFill flip="none" rotWithShape="1">
                <a:gsLst>
                  <a:gs pos="0">
                    <a:srgbClr val="FFF8CE"/>
                  </a:gs>
                  <a:gs pos="28000">
                    <a:srgbClr val="F8D876"/>
                  </a:gs>
                  <a:gs pos="50000">
                    <a:srgbClr val="C78E2A"/>
                  </a:gs>
                  <a:gs pos="70000">
                    <a:srgbClr val="FCE69C"/>
                  </a:gs>
                  <a:gs pos="100000">
                    <a:srgbClr val="A66C18"/>
                  </a:gs>
                </a:gsLst>
                <a:lin ang="5400000" scaled="1"/>
                <a:tileRect/>
              </a:gradFill>
              <a:effectLst>
                <a:outerShdw blurRad="39189" dist="22895" dir="3378584" rotWithShape="0">
                  <a:srgbClr val="320004">
                    <a:alpha val="55000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cxnSp>
        <p:nvCxnSpPr>
          <p:cNvPr id="27" name="ag_sep2">
            <a:extLst>
              <a:ext uri="{FF2B5EF4-FFF2-40B4-BE49-F238E27FC236}">
                <a16:creationId xmlns:a16="http://schemas.microsoft.com/office/drawing/2014/main" id="{57B4259A-277B-3CA7-908E-C78FD6BF84D2}"/>
              </a:ext>
            </a:extLst>
          </p:cNvPr>
          <p:cNvCxnSpPr/>
          <p:nvPr/>
        </p:nvCxnSpPr>
        <p:spPr>
          <a:xfrm>
            <a:off x="7543800" y="3718560"/>
            <a:ext cx="0" cy="487680"/>
          </a:xfrm>
          <a:prstGeom prst="line">
            <a:avLst/>
          </a:prstGeom>
          <a:ln w="15240" cap="flat" cmpd="sng" algn="ctr">
            <a:solidFill>
              <a:srgbClr val="E2B65C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ag_t2">
            <a:extLst>
              <a:ext uri="{FF2B5EF4-FFF2-40B4-BE49-F238E27FC236}">
                <a16:creationId xmlns:a16="http://schemas.microsoft.com/office/drawing/2014/main" id="{91A66611-97E9-D3C5-D24B-2676B35EC466}"/>
              </a:ext>
            </a:extLst>
          </p:cNvPr>
          <p:cNvSpPr txBox="1"/>
          <p:nvPr/>
        </p:nvSpPr>
        <p:spPr>
          <a:xfrm>
            <a:off x="7772400" y="3627120"/>
            <a:ext cx="3657600" cy="4267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2400" b="1">
                <a:solidFill>
                  <a:srgbClr val="FFECC4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青年使命担当</a:t>
            </a:r>
          </a:p>
        </p:txBody>
      </p:sp>
      <p:sp>
        <p:nvSpPr>
          <p:cNvPr id="29" name="ag_s2">
            <a:extLst>
              <a:ext uri="{FF2B5EF4-FFF2-40B4-BE49-F238E27FC236}">
                <a16:creationId xmlns:a16="http://schemas.microsoft.com/office/drawing/2014/main" id="{88E02967-9F13-8A56-82AA-5F5036776B37}"/>
              </a:ext>
            </a:extLst>
          </p:cNvPr>
          <p:cNvSpPr txBox="1"/>
          <p:nvPr/>
        </p:nvSpPr>
        <p:spPr>
          <a:xfrm>
            <a:off x="7772400" y="4038600"/>
            <a:ext cx="3657600" cy="2743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320">
                <a:solidFill>
                  <a:srgbClr val="ECBE8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青春逢盛世 </a:t>
            </a:r>
            <a:r>
              <a:rPr lang="en-US" altLang="zh-CN" sz="1320">
                <a:solidFill>
                  <a:srgbClr val="ECBE8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· </a:t>
            </a:r>
            <a:r>
              <a:rPr lang="zh-CN" altLang="en-US" sz="1320">
                <a:solidFill>
                  <a:srgbClr val="ECBE8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奋斗正当时</a:t>
            </a:r>
          </a:p>
        </p:txBody>
      </p:sp>
      <p:sp>
        <p:nvSpPr>
          <p:cNvPr id="30" name="ag_dot2">
            <a:extLst>
              <a:ext uri="{FF2B5EF4-FFF2-40B4-BE49-F238E27FC236}">
                <a16:creationId xmlns:a16="http://schemas.microsoft.com/office/drawing/2014/main" id="{FB2405F1-F5AB-5E65-0732-ED0A2DD5EDBE}"/>
              </a:ext>
            </a:extLst>
          </p:cNvPr>
          <p:cNvSpPr/>
          <p:nvPr/>
        </p:nvSpPr>
        <p:spPr>
          <a:xfrm>
            <a:off x="5798820" y="3893820"/>
            <a:ext cx="137160" cy="137160"/>
          </a:xfrm>
          <a:prstGeom prst="ellipse">
            <a:avLst/>
          </a:prstGeom>
          <a:solidFill>
            <a:srgbClr val="F0C8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ag_card3">
            <a:extLst>
              <a:ext uri="{FF2B5EF4-FFF2-40B4-BE49-F238E27FC236}">
                <a16:creationId xmlns:a16="http://schemas.microsoft.com/office/drawing/2014/main" id="{D0A80DB6-0EBE-DDF8-7E9C-0B1F3C6608D9}"/>
              </a:ext>
            </a:extLst>
          </p:cNvPr>
          <p:cNvSpPr/>
          <p:nvPr/>
        </p:nvSpPr>
        <p:spPr>
          <a:xfrm>
            <a:off x="6248400" y="4648200"/>
            <a:ext cx="5334000" cy="9144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960C16">
                  <a:alpha val="75000"/>
                </a:srgbClr>
              </a:gs>
              <a:gs pos="100000">
                <a:srgbClr val="5A040C">
                  <a:alpha val="45000"/>
                </a:srgbClr>
              </a:gs>
            </a:gsLst>
            <a:lin ang="0" scaled="1"/>
            <a:tileRect/>
          </a:gradFill>
          <a:ln w="12700" cap="flat" cmpd="sng" algn="ctr">
            <a:solidFill>
              <a:srgbClr val="E6BA60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ag_no3">
            <a:extLst>
              <a:ext uri="{FF2B5EF4-FFF2-40B4-BE49-F238E27FC236}">
                <a16:creationId xmlns:a16="http://schemas.microsoft.com/office/drawing/2014/main" id="{86CDA3AC-F1B2-ABB9-BFFD-5F6DDC5EFA46}"/>
              </a:ext>
            </a:extLst>
          </p:cNvPr>
          <p:cNvSpPr txBox="1"/>
          <p:nvPr/>
        </p:nvSpPr>
        <p:spPr>
          <a:xfrm>
            <a:off x="6400800" y="4724400"/>
            <a:ext cx="10668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4320" b="1">
                <a:gradFill flip="none" rotWithShape="1">
                  <a:gsLst>
                    <a:gs pos="0">
                      <a:srgbClr val="FFF8CE"/>
                    </a:gs>
                    <a:gs pos="28000">
                      <a:srgbClr val="F8D876"/>
                    </a:gs>
                    <a:gs pos="50000">
                      <a:srgbClr val="C78E2A"/>
                    </a:gs>
                    <a:gs pos="70000">
                      <a:srgbClr val="FCE69C"/>
                    </a:gs>
                    <a:gs pos="100000">
                      <a:srgbClr val="A66C18"/>
                    </a:gs>
                  </a:gsLst>
                  <a:lin ang="5400000" scaled="1"/>
                  <a:tileRect/>
                </a:gradFill>
                <a:effectLst>
                  <a:outerShdw blurRad="39189" dist="22895" dir="3378584" rotWithShape="0">
                    <a:srgbClr val="320004">
                      <a:alpha val="5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04</a:t>
            </a:r>
            <a:endParaRPr lang="zh-CN" altLang="en-US" sz="4320" b="1">
              <a:gradFill flip="none" rotWithShape="1">
                <a:gsLst>
                  <a:gs pos="0">
                    <a:srgbClr val="FFF8CE"/>
                  </a:gs>
                  <a:gs pos="28000">
                    <a:srgbClr val="F8D876"/>
                  </a:gs>
                  <a:gs pos="50000">
                    <a:srgbClr val="C78E2A"/>
                  </a:gs>
                  <a:gs pos="70000">
                    <a:srgbClr val="FCE69C"/>
                  </a:gs>
                  <a:gs pos="100000">
                    <a:srgbClr val="A66C18"/>
                  </a:gs>
                </a:gsLst>
                <a:lin ang="5400000" scaled="1"/>
                <a:tileRect/>
              </a:gradFill>
              <a:effectLst>
                <a:outerShdw blurRad="39189" dist="22895" dir="3378584" rotWithShape="0">
                  <a:srgbClr val="320004">
                    <a:alpha val="55000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cxnSp>
        <p:nvCxnSpPr>
          <p:cNvPr id="33" name="ag_sep3">
            <a:extLst>
              <a:ext uri="{FF2B5EF4-FFF2-40B4-BE49-F238E27FC236}">
                <a16:creationId xmlns:a16="http://schemas.microsoft.com/office/drawing/2014/main" id="{337DD317-B68B-E020-F09E-1304043BC41B}"/>
              </a:ext>
            </a:extLst>
          </p:cNvPr>
          <p:cNvCxnSpPr/>
          <p:nvPr/>
        </p:nvCxnSpPr>
        <p:spPr>
          <a:xfrm>
            <a:off x="7543800" y="4861560"/>
            <a:ext cx="0" cy="487680"/>
          </a:xfrm>
          <a:prstGeom prst="line">
            <a:avLst/>
          </a:prstGeom>
          <a:ln w="15240" cap="flat" cmpd="sng" algn="ctr">
            <a:solidFill>
              <a:srgbClr val="E2B65C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g_t3">
            <a:extLst>
              <a:ext uri="{FF2B5EF4-FFF2-40B4-BE49-F238E27FC236}">
                <a16:creationId xmlns:a16="http://schemas.microsoft.com/office/drawing/2014/main" id="{A15F0C12-3F60-3673-C9B9-D348FDC1A8C6}"/>
              </a:ext>
            </a:extLst>
          </p:cNvPr>
          <p:cNvSpPr txBox="1"/>
          <p:nvPr/>
        </p:nvSpPr>
        <p:spPr>
          <a:xfrm>
            <a:off x="7772400" y="4770120"/>
            <a:ext cx="3657600" cy="4267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2400" b="1">
                <a:solidFill>
                  <a:srgbClr val="FFECC4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交流分享 </a:t>
            </a:r>
            <a:r>
              <a:rPr lang="en-US" altLang="zh-CN" sz="2400" b="1">
                <a:solidFill>
                  <a:srgbClr val="FFECC4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· </a:t>
            </a:r>
            <a:r>
              <a:rPr lang="zh-CN" altLang="en-US" sz="2400" b="1">
                <a:solidFill>
                  <a:srgbClr val="FFECC4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总结</a:t>
            </a:r>
          </a:p>
        </p:txBody>
      </p:sp>
      <p:sp>
        <p:nvSpPr>
          <p:cNvPr id="35" name="ag_s3">
            <a:extLst>
              <a:ext uri="{FF2B5EF4-FFF2-40B4-BE49-F238E27FC236}">
                <a16:creationId xmlns:a16="http://schemas.microsoft.com/office/drawing/2014/main" id="{DF8D403C-6122-1160-26CE-71CF843983E4}"/>
              </a:ext>
            </a:extLst>
          </p:cNvPr>
          <p:cNvSpPr txBox="1"/>
          <p:nvPr/>
        </p:nvSpPr>
        <p:spPr>
          <a:xfrm>
            <a:off x="7772400" y="5181600"/>
            <a:ext cx="3657600" cy="2743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320">
                <a:solidFill>
                  <a:srgbClr val="ECBE8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畅谈收获 </a:t>
            </a:r>
            <a:r>
              <a:rPr lang="en-US" altLang="zh-CN" sz="1320">
                <a:solidFill>
                  <a:srgbClr val="ECBE8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· </a:t>
            </a:r>
            <a:r>
              <a:rPr lang="zh-CN" altLang="en-US" sz="1320">
                <a:solidFill>
                  <a:srgbClr val="ECBE8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凝聚力量</a:t>
            </a:r>
          </a:p>
        </p:txBody>
      </p:sp>
      <p:sp>
        <p:nvSpPr>
          <p:cNvPr id="36" name="ag_dot3">
            <a:extLst>
              <a:ext uri="{FF2B5EF4-FFF2-40B4-BE49-F238E27FC236}">
                <a16:creationId xmlns:a16="http://schemas.microsoft.com/office/drawing/2014/main" id="{378DD5D2-1008-3EC7-DA6B-9F446029FFBA}"/>
              </a:ext>
            </a:extLst>
          </p:cNvPr>
          <p:cNvSpPr/>
          <p:nvPr/>
        </p:nvSpPr>
        <p:spPr>
          <a:xfrm>
            <a:off x="5798820" y="5036820"/>
            <a:ext cx="137160" cy="137160"/>
          </a:xfrm>
          <a:prstGeom prst="ellipse">
            <a:avLst/>
          </a:prstGeom>
          <a:solidFill>
            <a:srgbClr val="F0C8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8" name="!!cloud0">
            <a:extLst>
              <a:ext uri="{FF2B5EF4-FFF2-40B4-BE49-F238E27FC236}">
                <a16:creationId xmlns:a16="http://schemas.microsoft.com/office/drawing/2014/main" id="{C4556550-0B06-532F-76D2-6516478B9165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829800" y="5562600"/>
            <a:ext cx="2286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5402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02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base">
            <a:extLst>
              <a:ext uri="{FF2B5EF4-FFF2-40B4-BE49-F238E27FC236}">
                <a16:creationId xmlns:a16="http://schemas.microsoft.com/office/drawing/2014/main" id="{9D5F62B9-251A-4509-88DF-E8929F37270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97280" y="-617220"/>
            <a:ext cx="14386561" cy="8092440"/>
          </a:xfrm>
          <a:prstGeom prst="rect">
            <a:avLst/>
          </a:prstGeom>
        </p:spPr>
      </p:pic>
      <p:pic>
        <p:nvPicPr>
          <p:cNvPr id="3" name="!!embbg">
            <a:extLst>
              <a:ext uri="{FF2B5EF4-FFF2-40B4-BE49-F238E27FC236}">
                <a16:creationId xmlns:a16="http://schemas.microsoft.com/office/drawing/2014/main" id="{7A3E0310-509C-BE1C-B4F9-5A06AEFBAF0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9" name="!!pt15">
            <a:extLst>
              <a:ext uri="{FF2B5EF4-FFF2-40B4-BE49-F238E27FC236}">
                <a16:creationId xmlns:a16="http://schemas.microsoft.com/office/drawing/2014/main" id="{8197D108-787C-E25D-0C10-71C0C0AE9FB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6958" y="6567341"/>
            <a:ext cx="315691" cy="315691"/>
          </a:xfrm>
          <a:prstGeom prst="rect">
            <a:avLst/>
          </a:prstGeom>
        </p:spPr>
      </p:pic>
      <p:pic>
        <p:nvPicPr>
          <p:cNvPr id="47" name="!!pt14">
            <a:extLst>
              <a:ext uri="{FF2B5EF4-FFF2-40B4-BE49-F238E27FC236}">
                <a16:creationId xmlns:a16="http://schemas.microsoft.com/office/drawing/2014/main" id="{468CB329-D21B-2F62-9CAD-65B1DB68DFF2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469" y="2941699"/>
            <a:ext cx="256973" cy="256973"/>
          </a:xfrm>
          <a:prstGeom prst="rect">
            <a:avLst/>
          </a:prstGeom>
        </p:spPr>
      </p:pic>
      <p:pic>
        <p:nvPicPr>
          <p:cNvPr id="45" name="!!pt13">
            <a:extLst>
              <a:ext uri="{FF2B5EF4-FFF2-40B4-BE49-F238E27FC236}">
                <a16:creationId xmlns:a16="http://schemas.microsoft.com/office/drawing/2014/main" id="{4749F447-AAF6-ED2F-0C3F-67EB6CDDA8A6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111" y="2584080"/>
            <a:ext cx="221460" cy="221460"/>
          </a:xfrm>
          <a:prstGeom prst="rect">
            <a:avLst/>
          </a:prstGeom>
        </p:spPr>
      </p:pic>
      <p:pic>
        <p:nvPicPr>
          <p:cNvPr id="43" name="!!pt12">
            <a:extLst>
              <a:ext uri="{FF2B5EF4-FFF2-40B4-BE49-F238E27FC236}">
                <a16:creationId xmlns:a16="http://schemas.microsoft.com/office/drawing/2014/main" id="{E5F4213F-98DF-74F8-FAEF-422B43565035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4308" y="4184791"/>
            <a:ext cx="193259" cy="193259"/>
          </a:xfrm>
          <a:prstGeom prst="rect">
            <a:avLst/>
          </a:prstGeom>
        </p:spPr>
      </p:pic>
      <p:pic>
        <p:nvPicPr>
          <p:cNvPr id="41" name="!!pt11">
            <a:extLst>
              <a:ext uri="{FF2B5EF4-FFF2-40B4-BE49-F238E27FC236}">
                <a16:creationId xmlns:a16="http://schemas.microsoft.com/office/drawing/2014/main" id="{3E5B37C4-78AA-A173-B521-983EDE7A10DC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3401" y="6437959"/>
            <a:ext cx="407232" cy="407232"/>
          </a:xfrm>
          <a:prstGeom prst="rect">
            <a:avLst/>
          </a:prstGeom>
        </p:spPr>
      </p:pic>
      <p:pic>
        <p:nvPicPr>
          <p:cNvPr id="39" name="!!pt10">
            <a:extLst>
              <a:ext uri="{FF2B5EF4-FFF2-40B4-BE49-F238E27FC236}">
                <a16:creationId xmlns:a16="http://schemas.microsoft.com/office/drawing/2014/main" id="{76649CA8-90DE-89E0-3729-F51CD069FEBB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5417" y="-116429"/>
            <a:ext cx="340551" cy="340551"/>
          </a:xfrm>
          <a:prstGeom prst="rect">
            <a:avLst/>
          </a:prstGeom>
        </p:spPr>
      </p:pic>
      <p:pic>
        <p:nvPicPr>
          <p:cNvPr id="37" name="!!pt9">
            <a:extLst>
              <a:ext uri="{FF2B5EF4-FFF2-40B4-BE49-F238E27FC236}">
                <a16:creationId xmlns:a16="http://schemas.microsoft.com/office/drawing/2014/main" id="{E505DA50-425B-AEBE-E8E5-BA1679514EA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5053" y="3814233"/>
            <a:ext cx="340151" cy="340151"/>
          </a:xfrm>
          <a:prstGeom prst="rect">
            <a:avLst/>
          </a:prstGeom>
        </p:spPr>
      </p:pic>
      <p:pic>
        <p:nvPicPr>
          <p:cNvPr id="35" name="!!pt8">
            <a:extLst>
              <a:ext uri="{FF2B5EF4-FFF2-40B4-BE49-F238E27FC236}">
                <a16:creationId xmlns:a16="http://schemas.microsoft.com/office/drawing/2014/main" id="{FB34444D-A82A-4531-5AD1-B27E81426C68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472" y="376377"/>
            <a:ext cx="237232" cy="237232"/>
          </a:xfrm>
          <a:prstGeom prst="rect">
            <a:avLst/>
          </a:prstGeom>
        </p:spPr>
      </p:pic>
      <p:pic>
        <p:nvPicPr>
          <p:cNvPr id="33" name="!!pt7">
            <a:extLst>
              <a:ext uri="{FF2B5EF4-FFF2-40B4-BE49-F238E27FC236}">
                <a16:creationId xmlns:a16="http://schemas.microsoft.com/office/drawing/2014/main" id="{C64D7BC2-7DAD-567A-9E5A-B1E4160CDA11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4520" y="5538447"/>
            <a:ext cx="201832" cy="201832"/>
          </a:xfrm>
          <a:prstGeom prst="rect">
            <a:avLst/>
          </a:prstGeom>
        </p:spPr>
      </p:pic>
      <p:pic>
        <p:nvPicPr>
          <p:cNvPr id="31" name="!!pt6">
            <a:extLst>
              <a:ext uri="{FF2B5EF4-FFF2-40B4-BE49-F238E27FC236}">
                <a16:creationId xmlns:a16="http://schemas.microsoft.com/office/drawing/2014/main" id="{6B50750D-D81B-2B4E-AE36-1BFB51244601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7160" y="6702084"/>
            <a:ext cx="192306" cy="192306"/>
          </a:xfrm>
          <a:prstGeom prst="rect">
            <a:avLst/>
          </a:prstGeom>
        </p:spPr>
      </p:pic>
      <p:pic>
        <p:nvPicPr>
          <p:cNvPr id="29" name="!!pt5">
            <a:extLst>
              <a:ext uri="{FF2B5EF4-FFF2-40B4-BE49-F238E27FC236}">
                <a16:creationId xmlns:a16="http://schemas.microsoft.com/office/drawing/2014/main" id="{A76D525E-FEB3-CBAA-0290-550B9BB1BF0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8212" y="5102692"/>
            <a:ext cx="371832" cy="371832"/>
          </a:xfrm>
          <a:prstGeom prst="rect">
            <a:avLst/>
          </a:prstGeom>
        </p:spPr>
      </p:pic>
      <p:pic>
        <p:nvPicPr>
          <p:cNvPr id="27" name="!!pt4">
            <a:extLst>
              <a:ext uri="{FF2B5EF4-FFF2-40B4-BE49-F238E27FC236}">
                <a16:creationId xmlns:a16="http://schemas.microsoft.com/office/drawing/2014/main" id="{A348102B-D6BE-D9DB-234B-C2A4FAA5CD44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8451" y="-53897"/>
            <a:ext cx="380955" cy="380955"/>
          </a:xfrm>
          <a:prstGeom prst="rect">
            <a:avLst/>
          </a:prstGeom>
        </p:spPr>
      </p:pic>
      <p:pic>
        <p:nvPicPr>
          <p:cNvPr id="25" name="!!pt3">
            <a:extLst>
              <a:ext uri="{FF2B5EF4-FFF2-40B4-BE49-F238E27FC236}">
                <a16:creationId xmlns:a16="http://schemas.microsoft.com/office/drawing/2014/main" id="{81F53F20-A477-BB17-A022-D3728C9AD89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0590" y="5611904"/>
            <a:ext cx="319165" cy="319165"/>
          </a:xfrm>
          <a:prstGeom prst="rect">
            <a:avLst/>
          </a:prstGeom>
        </p:spPr>
      </p:pic>
      <p:pic>
        <p:nvPicPr>
          <p:cNvPr id="23" name="!!pt2">
            <a:extLst>
              <a:ext uri="{FF2B5EF4-FFF2-40B4-BE49-F238E27FC236}">
                <a16:creationId xmlns:a16="http://schemas.microsoft.com/office/drawing/2014/main" id="{30E22B03-0A89-1959-84DF-F77A782B093E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489" y="2627742"/>
            <a:ext cx="291527" cy="291527"/>
          </a:xfrm>
          <a:prstGeom prst="rect">
            <a:avLst/>
          </a:prstGeom>
        </p:spPr>
      </p:pic>
      <p:pic>
        <p:nvPicPr>
          <p:cNvPr id="21" name="!!pt1">
            <a:extLst>
              <a:ext uri="{FF2B5EF4-FFF2-40B4-BE49-F238E27FC236}">
                <a16:creationId xmlns:a16="http://schemas.microsoft.com/office/drawing/2014/main" id="{07D79C32-1A50-258B-CFE5-796BF63E65AA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5240" y="4322849"/>
            <a:ext cx="195114" cy="195114"/>
          </a:xfrm>
          <a:prstGeom prst="rect">
            <a:avLst/>
          </a:prstGeom>
        </p:spPr>
      </p:pic>
      <p:pic>
        <p:nvPicPr>
          <p:cNvPr id="19" name="!!pt0">
            <a:extLst>
              <a:ext uri="{FF2B5EF4-FFF2-40B4-BE49-F238E27FC236}">
                <a16:creationId xmlns:a16="http://schemas.microsoft.com/office/drawing/2014/main" id="{FE8019D5-C6C9-2D3D-EDB0-4A04F84E82DA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4629" y="1854478"/>
            <a:ext cx="138400" cy="138400"/>
          </a:xfrm>
          <a:prstGeom prst="rect">
            <a:avLst/>
          </a:prstGeom>
        </p:spPr>
      </p:pic>
      <p:pic>
        <p:nvPicPr>
          <p:cNvPr id="5" name="!!rays">
            <a:extLst>
              <a:ext uri="{FF2B5EF4-FFF2-40B4-BE49-F238E27FC236}">
                <a16:creationId xmlns:a16="http://schemas.microsoft.com/office/drawing/2014/main" id="{BC0B9069-8113-54EB-0DFD-9DA285A65E1E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-3200400"/>
            <a:ext cx="11430000" cy="11430000"/>
          </a:xfrm>
          <a:prstGeom prst="rect">
            <a:avLst/>
          </a:prstGeom>
        </p:spPr>
      </p:pic>
      <p:sp>
        <p:nvSpPr>
          <p:cNvPr id="8" name="!!tint">
            <a:extLst>
              <a:ext uri="{FF2B5EF4-FFF2-40B4-BE49-F238E27FC236}">
                <a16:creationId xmlns:a16="http://schemas.microsoft.com/office/drawing/2014/main" id="{E232FC7B-8629-C036-9E19-3EF90FA40738}"/>
              </a:ext>
            </a:extLst>
          </p:cNvPr>
          <p:cNvSpPr/>
          <p:nvPr/>
        </p:nvSpPr>
        <p:spPr>
          <a:xfrm>
            <a:off x="2577198" y="-152400"/>
            <a:ext cx="9767203" cy="7162801"/>
          </a:xfrm>
          <a:custGeom>
            <a:avLst/>
            <a:gdLst/>
            <a:ahLst/>
            <a:cxnLst/>
            <a:rect l="0" t="0" r="0" b="0"/>
            <a:pathLst>
              <a:path w="9767203" h="7162801">
                <a:moveTo>
                  <a:pt x="0" y="0"/>
                </a:moveTo>
                <a:lnTo>
                  <a:pt x="45708" y="76200"/>
                </a:lnTo>
                <a:lnTo>
                  <a:pt x="90094" y="152400"/>
                </a:lnTo>
                <a:lnTo>
                  <a:pt x="133187" y="228600"/>
                </a:lnTo>
                <a:lnTo>
                  <a:pt x="175016" y="304800"/>
                </a:lnTo>
                <a:lnTo>
                  <a:pt x="215607" y="381000"/>
                </a:lnTo>
                <a:lnTo>
                  <a:pt x="254983" y="457200"/>
                </a:lnTo>
                <a:lnTo>
                  <a:pt x="293169" y="533400"/>
                </a:lnTo>
                <a:lnTo>
                  <a:pt x="330186" y="609600"/>
                </a:lnTo>
                <a:lnTo>
                  <a:pt x="366055" y="685800"/>
                </a:lnTo>
                <a:lnTo>
                  <a:pt x="400795" y="762000"/>
                </a:lnTo>
                <a:lnTo>
                  <a:pt x="434425" y="838200"/>
                </a:lnTo>
                <a:lnTo>
                  <a:pt x="466963" y="914400"/>
                </a:lnTo>
                <a:lnTo>
                  <a:pt x="498426" y="990600"/>
                </a:lnTo>
                <a:lnTo>
                  <a:pt x="528829" y="1066800"/>
                </a:lnTo>
                <a:lnTo>
                  <a:pt x="558188" y="1143000"/>
                </a:lnTo>
                <a:lnTo>
                  <a:pt x="586515" y="1219200"/>
                </a:lnTo>
                <a:lnTo>
                  <a:pt x="613826" y="1295400"/>
                </a:lnTo>
                <a:lnTo>
                  <a:pt x="640133" y="1371600"/>
                </a:lnTo>
                <a:lnTo>
                  <a:pt x="665448" y="1447800"/>
                </a:lnTo>
                <a:lnTo>
                  <a:pt x="689782" y="1524000"/>
                </a:lnTo>
                <a:lnTo>
                  <a:pt x="713146" y="1600200"/>
                </a:lnTo>
                <a:lnTo>
                  <a:pt x="735551" y="1676400"/>
                </a:lnTo>
                <a:lnTo>
                  <a:pt x="757005" y="1752600"/>
                </a:lnTo>
                <a:lnTo>
                  <a:pt x="777520" y="1828800"/>
                </a:lnTo>
                <a:lnTo>
                  <a:pt x="797102" y="1905000"/>
                </a:lnTo>
                <a:lnTo>
                  <a:pt x="815760" y="1981200"/>
                </a:lnTo>
                <a:lnTo>
                  <a:pt x="833503" y="2057400"/>
                </a:lnTo>
                <a:lnTo>
                  <a:pt x="850337" y="2133600"/>
                </a:lnTo>
                <a:lnTo>
                  <a:pt x="866268" y="2209800"/>
                </a:lnTo>
                <a:lnTo>
                  <a:pt x="881304" y="2286000"/>
                </a:lnTo>
                <a:lnTo>
                  <a:pt x="895450" y="2362200"/>
                </a:lnTo>
                <a:lnTo>
                  <a:pt x="908712" y="2438400"/>
                </a:lnTo>
                <a:lnTo>
                  <a:pt x="921094" y="2514600"/>
                </a:lnTo>
                <a:lnTo>
                  <a:pt x="932603" y="2590800"/>
                </a:lnTo>
                <a:lnTo>
                  <a:pt x="943242" y="2667000"/>
                </a:lnTo>
                <a:lnTo>
                  <a:pt x="953015" y="2743200"/>
                </a:lnTo>
                <a:lnTo>
                  <a:pt x="961926" y="2819400"/>
                </a:lnTo>
                <a:lnTo>
                  <a:pt x="969979" y="2895600"/>
                </a:lnTo>
                <a:lnTo>
                  <a:pt x="977175" y="2971800"/>
                </a:lnTo>
                <a:lnTo>
                  <a:pt x="983520" y="3048000"/>
                </a:lnTo>
                <a:lnTo>
                  <a:pt x="989013" y="3124200"/>
                </a:lnTo>
                <a:lnTo>
                  <a:pt x="993657" y="3200400"/>
                </a:lnTo>
                <a:lnTo>
                  <a:pt x="997456" y="3276600"/>
                </a:lnTo>
                <a:lnTo>
                  <a:pt x="1000408" y="3352800"/>
                </a:lnTo>
                <a:lnTo>
                  <a:pt x="1002516" y="3429000"/>
                </a:lnTo>
                <a:lnTo>
                  <a:pt x="1003781" y="3505200"/>
                </a:lnTo>
                <a:lnTo>
                  <a:pt x="1004202" y="3581400"/>
                </a:lnTo>
                <a:lnTo>
                  <a:pt x="1003781" y="3657600"/>
                </a:lnTo>
                <a:lnTo>
                  <a:pt x="1002516" y="3733800"/>
                </a:lnTo>
                <a:lnTo>
                  <a:pt x="1000408" y="3810000"/>
                </a:lnTo>
                <a:lnTo>
                  <a:pt x="997456" y="3886200"/>
                </a:lnTo>
                <a:lnTo>
                  <a:pt x="993657" y="3962400"/>
                </a:lnTo>
                <a:lnTo>
                  <a:pt x="989013" y="4038600"/>
                </a:lnTo>
                <a:lnTo>
                  <a:pt x="983520" y="4114800"/>
                </a:lnTo>
                <a:lnTo>
                  <a:pt x="977175" y="4191000"/>
                </a:lnTo>
                <a:lnTo>
                  <a:pt x="969979" y="4267200"/>
                </a:lnTo>
                <a:lnTo>
                  <a:pt x="961926" y="4343400"/>
                </a:lnTo>
                <a:lnTo>
                  <a:pt x="953015" y="4419600"/>
                </a:lnTo>
                <a:lnTo>
                  <a:pt x="943242" y="4495800"/>
                </a:lnTo>
                <a:lnTo>
                  <a:pt x="932603" y="4572000"/>
                </a:lnTo>
                <a:lnTo>
                  <a:pt x="921094" y="4648200"/>
                </a:lnTo>
                <a:lnTo>
                  <a:pt x="908712" y="4724400"/>
                </a:lnTo>
                <a:lnTo>
                  <a:pt x="895450" y="4800600"/>
                </a:lnTo>
                <a:lnTo>
                  <a:pt x="881304" y="4876800"/>
                </a:lnTo>
                <a:lnTo>
                  <a:pt x="866268" y="4953000"/>
                </a:lnTo>
                <a:lnTo>
                  <a:pt x="850337" y="5029200"/>
                </a:lnTo>
                <a:lnTo>
                  <a:pt x="833503" y="5105400"/>
                </a:lnTo>
                <a:lnTo>
                  <a:pt x="815760" y="5181600"/>
                </a:lnTo>
                <a:lnTo>
                  <a:pt x="797102" y="5257800"/>
                </a:lnTo>
                <a:lnTo>
                  <a:pt x="777520" y="5334000"/>
                </a:lnTo>
                <a:lnTo>
                  <a:pt x="757005" y="5410200"/>
                </a:lnTo>
                <a:lnTo>
                  <a:pt x="735551" y="5486400"/>
                </a:lnTo>
                <a:lnTo>
                  <a:pt x="713146" y="5562600"/>
                </a:lnTo>
                <a:lnTo>
                  <a:pt x="689782" y="5638800"/>
                </a:lnTo>
                <a:lnTo>
                  <a:pt x="665448" y="5715000"/>
                </a:lnTo>
                <a:lnTo>
                  <a:pt x="640133" y="5791200"/>
                </a:lnTo>
                <a:lnTo>
                  <a:pt x="613826" y="5867400"/>
                </a:lnTo>
                <a:lnTo>
                  <a:pt x="586515" y="5943600"/>
                </a:lnTo>
                <a:lnTo>
                  <a:pt x="558188" y="6019800"/>
                </a:lnTo>
                <a:lnTo>
                  <a:pt x="528829" y="6096000"/>
                </a:lnTo>
                <a:lnTo>
                  <a:pt x="498426" y="6172200"/>
                </a:lnTo>
                <a:lnTo>
                  <a:pt x="466963" y="6248400"/>
                </a:lnTo>
                <a:lnTo>
                  <a:pt x="434425" y="6324600"/>
                </a:lnTo>
                <a:lnTo>
                  <a:pt x="400795" y="6400800"/>
                </a:lnTo>
                <a:lnTo>
                  <a:pt x="366055" y="6477000"/>
                </a:lnTo>
                <a:lnTo>
                  <a:pt x="330186" y="6553200"/>
                </a:lnTo>
                <a:lnTo>
                  <a:pt x="293169" y="6629400"/>
                </a:lnTo>
                <a:lnTo>
                  <a:pt x="254983" y="6705600"/>
                </a:lnTo>
                <a:lnTo>
                  <a:pt x="215607" y="6781800"/>
                </a:lnTo>
                <a:lnTo>
                  <a:pt x="175016" y="6858000"/>
                </a:lnTo>
                <a:lnTo>
                  <a:pt x="133187" y="6934200"/>
                </a:lnTo>
                <a:lnTo>
                  <a:pt x="90094" y="7010400"/>
                </a:lnTo>
                <a:lnTo>
                  <a:pt x="45708" y="7086600"/>
                </a:lnTo>
                <a:lnTo>
                  <a:pt x="0" y="7162800"/>
                </a:lnTo>
                <a:lnTo>
                  <a:pt x="9767202" y="7162800"/>
                </a:lnTo>
                <a:lnTo>
                  <a:pt x="9767202" y="0"/>
                </a:lnTo>
                <a:close/>
              </a:path>
            </a:pathLst>
          </a:custGeom>
          <a:gradFill flip="none" rotWithShape="1">
            <a:gsLst>
              <a:gs pos="0">
                <a:srgbClr val="460006">
                  <a:alpha val="0"/>
                </a:srgbClr>
              </a:gs>
              <a:gs pos="45000">
                <a:srgbClr val="6E040C">
                  <a:alpha val="0"/>
                </a:srgbClr>
              </a:gs>
              <a:gs pos="100000">
                <a:srgbClr val="78060E">
                  <a:alpha val="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!!ring">
            <a:extLst>
              <a:ext uri="{FF2B5EF4-FFF2-40B4-BE49-F238E27FC236}">
                <a16:creationId xmlns:a16="http://schemas.microsoft.com/office/drawing/2014/main" id="{9331F0A9-FA12-501D-4DDE-B13826E3333B}"/>
              </a:ext>
            </a:extLst>
          </p:cNvPr>
          <p:cNvSpPr/>
          <p:nvPr/>
        </p:nvSpPr>
        <p:spPr>
          <a:xfrm>
            <a:off x="-24673561" y="-3459480"/>
            <a:ext cx="13776961" cy="13776960"/>
          </a:xfrm>
          <a:prstGeom prst="donut">
            <a:avLst>
              <a:gd name="adj" fmla="val 21847"/>
            </a:avLst>
          </a:prstGeom>
          <a:blipFill dpi="0" rotWithShape="1">
            <a:blip r:embed="rId8"/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1" name="!!wheel">
            <a:extLst>
              <a:ext uri="{FF2B5EF4-FFF2-40B4-BE49-F238E27FC236}">
                <a16:creationId xmlns:a16="http://schemas.microsoft.com/office/drawing/2014/main" id="{548D9A19-B191-8C93-870F-978CD24D5E30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673561" y="-3459480"/>
            <a:ext cx="13776961" cy="13776961"/>
          </a:xfrm>
          <a:prstGeom prst="rect">
            <a:avLst/>
          </a:prstGeom>
        </p:spPr>
      </p:pic>
      <p:pic>
        <p:nvPicPr>
          <p:cNvPr id="13" name="!!emb">
            <a:extLst>
              <a:ext uri="{FF2B5EF4-FFF2-40B4-BE49-F238E27FC236}">
                <a16:creationId xmlns:a16="http://schemas.microsoft.com/office/drawing/2014/main" id="{6D1116F2-A845-A77A-86C0-81791BD25632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10000" y="-6477000"/>
            <a:ext cx="19812000" cy="19812000"/>
          </a:xfrm>
          <a:prstGeom prst="rect">
            <a:avLst/>
          </a:prstGeom>
        </p:spPr>
      </p:pic>
      <p:pic>
        <p:nvPicPr>
          <p:cNvPr id="15" name="!!embglow">
            <a:extLst>
              <a:ext uri="{FF2B5EF4-FFF2-40B4-BE49-F238E27FC236}">
                <a16:creationId xmlns:a16="http://schemas.microsoft.com/office/drawing/2014/main" id="{EBDAAFA8-4A31-E1D8-9E99-7DE824116C42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10000" y="-6477000"/>
            <a:ext cx="19812000" cy="19812000"/>
          </a:xfrm>
          <a:prstGeom prst="rect">
            <a:avLst/>
          </a:prstGeom>
        </p:spPr>
      </p:pic>
      <p:pic>
        <p:nvPicPr>
          <p:cNvPr id="17" name="!!flash">
            <a:extLst>
              <a:ext uri="{FF2B5EF4-FFF2-40B4-BE49-F238E27FC236}">
                <a16:creationId xmlns:a16="http://schemas.microsoft.com/office/drawing/2014/main" id="{3C2AF8B8-6596-4287-BCCE-3897365B37DF}"/>
              </a:ext>
            </a:extLst>
          </p:cNvPr>
          <p:cNvPicPr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9646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0">
        <p159:morph option="byObject"/>
      </p:transition>
    </mc:Choice>
    <mc:Fallback>
      <p:transition spd="slow" advTm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02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base">
            <a:extLst>
              <a:ext uri="{FF2B5EF4-FFF2-40B4-BE49-F238E27FC236}">
                <a16:creationId xmlns:a16="http://schemas.microsoft.com/office/drawing/2014/main" id="{88658438-C075-FD3C-96B3-D48B7465BE7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9" name="!!pt15">
            <a:extLst>
              <a:ext uri="{FF2B5EF4-FFF2-40B4-BE49-F238E27FC236}">
                <a16:creationId xmlns:a16="http://schemas.microsoft.com/office/drawing/2014/main" id="{4A8D8F1E-4556-F529-3720-686448D56F2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4365" y="5354264"/>
            <a:ext cx="281887" cy="281887"/>
          </a:xfrm>
          <a:prstGeom prst="rect">
            <a:avLst/>
          </a:prstGeom>
        </p:spPr>
      </p:pic>
      <p:pic>
        <p:nvPicPr>
          <p:cNvPr id="37" name="!!pt14">
            <a:extLst>
              <a:ext uri="{FF2B5EF4-FFF2-40B4-BE49-F238E27FC236}">
                <a16:creationId xmlns:a16="http://schemas.microsoft.com/office/drawing/2014/main" id="{8CF0446C-6008-3124-1ED9-EA3253B1D285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3795" y="822921"/>
            <a:ext cx="259739" cy="259739"/>
          </a:xfrm>
          <a:prstGeom prst="rect">
            <a:avLst/>
          </a:prstGeom>
        </p:spPr>
      </p:pic>
      <p:pic>
        <p:nvPicPr>
          <p:cNvPr id="35" name="!!pt13">
            <a:extLst>
              <a:ext uri="{FF2B5EF4-FFF2-40B4-BE49-F238E27FC236}">
                <a16:creationId xmlns:a16="http://schemas.microsoft.com/office/drawing/2014/main" id="{865191AC-A113-F909-41A0-0651ACD66CBA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2039" y="361361"/>
            <a:ext cx="212399" cy="212399"/>
          </a:xfrm>
          <a:prstGeom prst="rect">
            <a:avLst/>
          </a:prstGeom>
        </p:spPr>
      </p:pic>
      <p:pic>
        <p:nvPicPr>
          <p:cNvPr id="33" name="!!pt12">
            <a:extLst>
              <a:ext uri="{FF2B5EF4-FFF2-40B4-BE49-F238E27FC236}">
                <a16:creationId xmlns:a16="http://schemas.microsoft.com/office/drawing/2014/main" id="{50664773-1C5D-9AB2-F955-9D649104398C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2454" y="4909067"/>
            <a:ext cx="192309" cy="192309"/>
          </a:xfrm>
          <a:prstGeom prst="rect">
            <a:avLst/>
          </a:prstGeom>
        </p:spPr>
      </p:pic>
      <p:pic>
        <p:nvPicPr>
          <p:cNvPr id="31" name="!!pt11">
            <a:extLst>
              <a:ext uri="{FF2B5EF4-FFF2-40B4-BE49-F238E27FC236}">
                <a16:creationId xmlns:a16="http://schemas.microsoft.com/office/drawing/2014/main" id="{90084C16-1F30-000B-79FD-6F817E583C7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3037" y="3241266"/>
            <a:ext cx="403351" cy="403351"/>
          </a:xfrm>
          <a:prstGeom prst="rect">
            <a:avLst/>
          </a:prstGeom>
        </p:spPr>
      </p:pic>
      <p:pic>
        <p:nvPicPr>
          <p:cNvPr id="29" name="!!pt10">
            <a:extLst>
              <a:ext uri="{FF2B5EF4-FFF2-40B4-BE49-F238E27FC236}">
                <a16:creationId xmlns:a16="http://schemas.microsoft.com/office/drawing/2014/main" id="{8D8CF56A-0163-6203-59AF-AB65E52B40C6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1769" y="4284377"/>
            <a:ext cx="347851" cy="347851"/>
          </a:xfrm>
          <a:prstGeom prst="rect">
            <a:avLst/>
          </a:prstGeom>
        </p:spPr>
      </p:pic>
      <p:pic>
        <p:nvPicPr>
          <p:cNvPr id="27" name="!!pt9">
            <a:extLst>
              <a:ext uri="{FF2B5EF4-FFF2-40B4-BE49-F238E27FC236}">
                <a16:creationId xmlns:a16="http://schemas.microsoft.com/office/drawing/2014/main" id="{AB4A2C75-9705-0241-6843-0BC7014FA88B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5015" y="2065899"/>
            <a:ext cx="323284" cy="323284"/>
          </a:xfrm>
          <a:prstGeom prst="rect">
            <a:avLst/>
          </a:prstGeom>
        </p:spPr>
      </p:pic>
      <p:pic>
        <p:nvPicPr>
          <p:cNvPr id="25" name="!!pt8">
            <a:extLst>
              <a:ext uri="{FF2B5EF4-FFF2-40B4-BE49-F238E27FC236}">
                <a16:creationId xmlns:a16="http://schemas.microsoft.com/office/drawing/2014/main" id="{BA00FDF5-6857-23FC-F066-90DA7886D0F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988" y="394771"/>
            <a:ext cx="224433" cy="224433"/>
          </a:xfrm>
          <a:prstGeom prst="rect">
            <a:avLst/>
          </a:prstGeom>
        </p:spPr>
      </p:pic>
      <p:pic>
        <p:nvPicPr>
          <p:cNvPr id="23" name="!!pt7">
            <a:extLst>
              <a:ext uri="{FF2B5EF4-FFF2-40B4-BE49-F238E27FC236}">
                <a16:creationId xmlns:a16="http://schemas.microsoft.com/office/drawing/2014/main" id="{016D479D-9ECA-A50E-6DA1-47E630FD0C34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2575" y="6679760"/>
            <a:ext cx="178376" cy="178376"/>
          </a:xfrm>
          <a:prstGeom prst="rect">
            <a:avLst/>
          </a:prstGeom>
        </p:spPr>
      </p:pic>
      <p:pic>
        <p:nvPicPr>
          <p:cNvPr id="21" name="!!pt6">
            <a:extLst>
              <a:ext uri="{FF2B5EF4-FFF2-40B4-BE49-F238E27FC236}">
                <a16:creationId xmlns:a16="http://schemas.microsoft.com/office/drawing/2014/main" id="{C3C341B8-D653-5C0B-A777-E91C1714B76D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2265" y="5998171"/>
            <a:ext cx="184283" cy="184283"/>
          </a:xfrm>
          <a:prstGeom prst="rect">
            <a:avLst/>
          </a:prstGeom>
        </p:spPr>
      </p:pic>
      <p:pic>
        <p:nvPicPr>
          <p:cNvPr id="19" name="!!pt5">
            <a:extLst>
              <a:ext uri="{FF2B5EF4-FFF2-40B4-BE49-F238E27FC236}">
                <a16:creationId xmlns:a16="http://schemas.microsoft.com/office/drawing/2014/main" id="{BA31AF14-8597-41E0-8E56-159044DF3125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5394" y="4015572"/>
            <a:ext cx="366553" cy="366553"/>
          </a:xfrm>
          <a:prstGeom prst="rect">
            <a:avLst/>
          </a:prstGeom>
        </p:spPr>
      </p:pic>
      <p:pic>
        <p:nvPicPr>
          <p:cNvPr id="17" name="!!pt4">
            <a:extLst>
              <a:ext uri="{FF2B5EF4-FFF2-40B4-BE49-F238E27FC236}">
                <a16:creationId xmlns:a16="http://schemas.microsoft.com/office/drawing/2014/main" id="{189BFF8B-B42D-2935-536E-7CE75EFDBFBA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5931" y="5153110"/>
            <a:ext cx="315164" cy="315164"/>
          </a:xfrm>
          <a:prstGeom prst="rect">
            <a:avLst/>
          </a:prstGeom>
        </p:spPr>
      </p:pic>
      <p:pic>
        <p:nvPicPr>
          <p:cNvPr id="15" name="!!pt3">
            <a:extLst>
              <a:ext uri="{FF2B5EF4-FFF2-40B4-BE49-F238E27FC236}">
                <a16:creationId xmlns:a16="http://schemas.microsoft.com/office/drawing/2014/main" id="{BB196950-2FE2-7F88-A1D2-8BD983F7A55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4784" y="2711139"/>
            <a:ext cx="271565" cy="271565"/>
          </a:xfrm>
          <a:prstGeom prst="rect">
            <a:avLst/>
          </a:prstGeom>
        </p:spPr>
      </p:pic>
      <p:pic>
        <p:nvPicPr>
          <p:cNvPr id="13" name="!!pt2">
            <a:extLst>
              <a:ext uri="{FF2B5EF4-FFF2-40B4-BE49-F238E27FC236}">
                <a16:creationId xmlns:a16="http://schemas.microsoft.com/office/drawing/2014/main" id="{C753C486-9FA8-265D-F522-26D8F03DA303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75" y="5017327"/>
            <a:ext cx="268324" cy="268324"/>
          </a:xfrm>
          <a:prstGeom prst="rect">
            <a:avLst/>
          </a:prstGeom>
        </p:spPr>
      </p:pic>
      <p:pic>
        <p:nvPicPr>
          <p:cNvPr id="11" name="!!pt1">
            <a:extLst>
              <a:ext uri="{FF2B5EF4-FFF2-40B4-BE49-F238E27FC236}">
                <a16:creationId xmlns:a16="http://schemas.microsoft.com/office/drawing/2014/main" id="{261B840A-29C1-51B1-A054-72143F8C0768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5703" y="1030457"/>
            <a:ext cx="182884" cy="182884"/>
          </a:xfrm>
          <a:prstGeom prst="rect">
            <a:avLst/>
          </a:prstGeom>
        </p:spPr>
      </p:pic>
      <p:pic>
        <p:nvPicPr>
          <p:cNvPr id="9" name="!!pt0">
            <a:extLst>
              <a:ext uri="{FF2B5EF4-FFF2-40B4-BE49-F238E27FC236}">
                <a16:creationId xmlns:a16="http://schemas.microsoft.com/office/drawing/2014/main" id="{21409910-FF8F-F133-F9CB-F729690B2E3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125" y="4477769"/>
            <a:ext cx="183019" cy="183019"/>
          </a:xfrm>
          <a:prstGeom prst="rect">
            <a:avLst/>
          </a:prstGeom>
        </p:spPr>
      </p:pic>
      <p:sp>
        <p:nvSpPr>
          <p:cNvPr id="4" name="!!tint">
            <a:extLst>
              <a:ext uri="{FF2B5EF4-FFF2-40B4-BE49-F238E27FC236}">
                <a16:creationId xmlns:a16="http://schemas.microsoft.com/office/drawing/2014/main" id="{5FEB54CB-2B58-3BE0-0AE2-6B8ABBB228F2}"/>
              </a:ext>
            </a:extLst>
          </p:cNvPr>
          <p:cNvSpPr/>
          <p:nvPr/>
        </p:nvSpPr>
        <p:spPr>
          <a:xfrm>
            <a:off x="2577198" y="-152400"/>
            <a:ext cx="9767203" cy="7162801"/>
          </a:xfrm>
          <a:custGeom>
            <a:avLst/>
            <a:gdLst/>
            <a:ahLst/>
            <a:cxnLst/>
            <a:rect l="0" t="0" r="0" b="0"/>
            <a:pathLst>
              <a:path w="9767203" h="7162801">
                <a:moveTo>
                  <a:pt x="0" y="0"/>
                </a:moveTo>
                <a:lnTo>
                  <a:pt x="45708" y="76200"/>
                </a:lnTo>
                <a:lnTo>
                  <a:pt x="90094" y="152400"/>
                </a:lnTo>
                <a:lnTo>
                  <a:pt x="133187" y="228600"/>
                </a:lnTo>
                <a:lnTo>
                  <a:pt x="175016" y="304800"/>
                </a:lnTo>
                <a:lnTo>
                  <a:pt x="215607" y="381000"/>
                </a:lnTo>
                <a:lnTo>
                  <a:pt x="254983" y="457200"/>
                </a:lnTo>
                <a:lnTo>
                  <a:pt x="293169" y="533400"/>
                </a:lnTo>
                <a:lnTo>
                  <a:pt x="330186" y="609600"/>
                </a:lnTo>
                <a:lnTo>
                  <a:pt x="366055" y="685800"/>
                </a:lnTo>
                <a:lnTo>
                  <a:pt x="400795" y="762000"/>
                </a:lnTo>
                <a:lnTo>
                  <a:pt x="434425" y="838200"/>
                </a:lnTo>
                <a:lnTo>
                  <a:pt x="466963" y="914400"/>
                </a:lnTo>
                <a:lnTo>
                  <a:pt x="498426" y="990600"/>
                </a:lnTo>
                <a:lnTo>
                  <a:pt x="528829" y="1066800"/>
                </a:lnTo>
                <a:lnTo>
                  <a:pt x="558188" y="1143000"/>
                </a:lnTo>
                <a:lnTo>
                  <a:pt x="586515" y="1219200"/>
                </a:lnTo>
                <a:lnTo>
                  <a:pt x="613826" y="1295400"/>
                </a:lnTo>
                <a:lnTo>
                  <a:pt x="640133" y="1371600"/>
                </a:lnTo>
                <a:lnTo>
                  <a:pt x="665448" y="1447800"/>
                </a:lnTo>
                <a:lnTo>
                  <a:pt x="689782" y="1524000"/>
                </a:lnTo>
                <a:lnTo>
                  <a:pt x="713146" y="1600200"/>
                </a:lnTo>
                <a:lnTo>
                  <a:pt x="735551" y="1676400"/>
                </a:lnTo>
                <a:lnTo>
                  <a:pt x="757005" y="1752600"/>
                </a:lnTo>
                <a:lnTo>
                  <a:pt x="777520" y="1828800"/>
                </a:lnTo>
                <a:lnTo>
                  <a:pt x="797102" y="1905000"/>
                </a:lnTo>
                <a:lnTo>
                  <a:pt x="815760" y="1981200"/>
                </a:lnTo>
                <a:lnTo>
                  <a:pt x="833503" y="2057400"/>
                </a:lnTo>
                <a:lnTo>
                  <a:pt x="850337" y="2133600"/>
                </a:lnTo>
                <a:lnTo>
                  <a:pt x="866268" y="2209800"/>
                </a:lnTo>
                <a:lnTo>
                  <a:pt x="881304" y="2286000"/>
                </a:lnTo>
                <a:lnTo>
                  <a:pt x="895450" y="2362200"/>
                </a:lnTo>
                <a:lnTo>
                  <a:pt x="908712" y="2438400"/>
                </a:lnTo>
                <a:lnTo>
                  <a:pt x="921094" y="2514600"/>
                </a:lnTo>
                <a:lnTo>
                  <a:pt x="932603" y="2590800"/>
                </a:lnTo>
                <a:lnTo>
                  <a:pt x="943242" y="2667000"/>
                </a:lnTo>
                <a:lnTo>
                  <a:pt x="953015" y="2743200"/>
                </a:lnTo>
                <a:lnTo>
                  <a:pt x="961926" y="2819400"/>
                </a:lnTo>
                <a:lnTo>
                  <a:pt x="969979" y="2895600"/>
                </a:lnTo>
                <a:lnTo>
                  <a:pt x="977175" y="2971800"/>
                </a:lnTo>
                <a:lnTo>
                  <a:pt x="983520" y="3048000"/>
                </a:lnTo>
                <a:lnTo>
                  <a:pt x="989013" y="3124200"/>
                </a:lnTo>
                <a:lnTo>
                  <a:pt x="993657" y="3200400"/>
                </a:lnTo>
                <a:lnTo>
                  <a:pt x="997456" y="3276600"/>
                </a:lnTo>
                <a:lnTo>
                  <a:pt x="1000408" y="3352800"/>
                </a:lnTo>
                <a:lnTo>
                  <a:pt x="1002516" y="3429000"/>
                </a:lnTo>
                <a:lnTo>
                  <a:pt x="1003781" y="3505200"/>
                </a:lnTo>
                <a:lnTo>
                  <a:pt x="1004202" y="3581400"/>
                </a:lnTo>
                <a:lnTo>
                  <a:pt x="1003781" y="3657600"/>
                </a:lnTo>
                <a:lnTo>
                  <a:pt x="1002516" y="3733800"/>
                </a:lnTo>
                <a:lnTo>
                  <a:pt x="1000408" y="3810000"/>
                </a:lnTo>
                <a:lnTo>
                  <a:pt x="997456" y="3886200"/>
                </a:lnTo>
                <a:lnTo>
                  <a:pt x="993657" y="3962400"/>
                </a:lnTo>
                <a:lnTo>
                  <a:pt x="989013" y="4038600"/>
                </a:lnTo>
                <a:lnTo>
                  <a:pt x="983520" y="4114800"/>
                </a:lnTo>
                <a:lnTo>
                  <a:pt x="977175" y="4191000"/>
                </a:lnTo>
                <a:lnTo>
                  <a:pt x="969979" y="4267200"/>
                </a:lnTo>
                <a:lnTo>
                  <a:pt x="961926" y="4343400"/>
                </a:lnTo>
                <a:lnTo>
                  <a:pt x="953015" y="4419600"/>
                </a:lnTo>
                <a:lnTo>
                  <a:pt x="943242" y="4495800"/>
                </a:lnTo>
                <a:lnTo>
                  <a:pt x="932603" y="4572000"/>
                </a:lnTo>
                <a:lnTo>
                  <a:pt x="921094" y="4648200"/>
                </a:lnTo>
                <a:lnTo>
                  <a:pt x="908712" y="4724400"/>
                </a:lnTo>
                <a:lnTo>
                  <a:pt x="895450" y="4800600"/>
                </a:lnTo>
                <a:lnTo>
                  <a:pt x="881304" y="4876800"/>
                </a:lnTo>
                <a:lnTo>
                  <a:pt x="866268" y="4953000"/>
                </a:lnTo>
                <a:lnTo>
                  <a:pt x="850337" y="5029200"/>
                </a:lnTo>
                <a:lnTo>
                  <a:pt x="833503" y="5105400"/>
                </a:lnTo>
                <a:lnTo>
                  <a:pt x="815760" y="5181600"/>
                </a:lnTo>
                <a:lnTo>
                  <a:pt x="797102" y="5257800"/>
                </a:lnTo>
                <a:lnTo>
                  <a:pt x="777520" y="5334000"/>
                </a:lnTo>
                <a:lnTo>
                  <a:pt x="757005" y="5410200"/>
                </a:lnTo>
                <a:lnTo>
                  <a:pt x="735551" y="5486400"/>
                </a:lnTo>
                <a:lnTo>
                  <a:pt x="713146" y="5562600"/>
                </a:lnTo>
                <a:lnTo>
                  <a:pt x="689782" y="5638800"/>
                </a:lnTo>
                <a:lnTo>
                  <a:pt x="665448" y="5715000"/>
                </a:lnTo>
                <a:lnTo>
                  <a:pt x="640133" y="5791200"/>
                </a:lnTo>
                <a:lnTo>
                  <a:pt x="613826" y="5867400"/>
                </a:lnTo>
                <a:lnTo>
                  <a:pt x="586515" y="5943600"/>
                </a:lnTo>
                <a:lnTo>
                  <a:pt x="558188" y="6019800"/>
                </a:lnTo>
                <a:lnTo>
                  <a:pt x="528829" y="6096000"/>
                </a:lnTo>
                <a:lnTo>
                  <a:pt x="498426" y="6172200"/>
                </a:lnTo>
                <a:lnTo>
                  <a:pt x="466963" y="6248400"/>
                </a:lnTo>
                <a:lnTo>
                  <a:pt x="434425" y="6324600"/>
                </a:lnTo>
                <a:lnTo>
                  <a:pt x="400795" y="6400800"/>
                </a:lnTo>
                <a:lnTo>
                  <a:pt x="366055" y="6477000"/>
                </a:lnTo>
                <a:lnTo>
                  <a:pt x="330186" y="6553200"/>
                </a:lnTo>
                <a:lnTo>
                  <a:pt x="293169" y="6629400"/>
                </a:lnTo>
                <a:lnTo>
                  <a:pt x="254983" y="6705600"/>
                </a:lnTo>
                <a:lnTo>
                  <a:pt x="215607" y="6781800"/>
                </a:lnTo>
                <a:lnTo>
                  <a:pt x="175016" y="6858000"/>
                </a:lnTo>
                <a:lnTo>
                  <a:pt x="133187" y="6934200"/>
                </a:lnTo>
                <a:lnTo>
                  <a:pt x="90094" y="7010400"/>
                </a:lnTo>
                <a:lnTo>
                  <a:pt x="45708" y="7086600"/>
                </a:lnTo>
                <a:lnTo>
                  <a:pt x="0" y="7162800"/>
                </a:lnTo>
                <a:lnTo>
                  <a:pt x="9767202" y="7162800"/>
                </a:lnTo>
                <a:lnTo>
                  <a:pt x="9767202" y="0"/>
                </a:lnTo>
                <a:close/>
              </a:path>
            </a:pathLst>
          </a:custGeom>
          <a:gradFill flip="none" rotWithShape="1">
            <a:gsLst>
              <a:gs pos="0">
                <a:srgbClr val="460006">
                  <a:alpha val="65000"/>
                </a:srgbClr>
              </a:gs>
              <a:gs pos="45000">
                <a:srgbClr val="6E040C">
                  <a:alpha val="42500"/>
                </a:srgbClr>
              </a:gs>
              <a:gs pos="100000">
                <a:srgbClr val="78060E">
                  <a:alpha val="20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!!ring">
            <a:extLst>
              <a:ext uri="{FF2B5EF4-FFF2-40B4-BE49-F238E27FC236}">
                <a16:creationId xmlns:a16="http://schemas.microsoft.com/office/drawing/2014/main" id="{CE7ED800-DC05-9E75-90B8-40F3127722A2}"/>
              </a:ext>
            </a:extLst>
          </p:cNvPr>
          <p:cNvSpPr/>
          <p:nvPr/>
        </p:nvSpPr>
        <p:spPr>
          <a:xfrm rot="3600000">
            <a:off x="-10195560" y="-3459480"/>
            <a:ext cx="13776961" cy="13776960"/>
          </a:xfrm>
          <a:prstGeom prst="donut">
            <a:avLst>
              <a:gd name="adj" fmla="val 21847"/>
            </a:avLst>
          </a:prstGeom>
          <a:blipFill dpi="0" rotWithShape="1">
            <a:blip r:embed="rId6"/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7" name="!!wheel">
            <a:extLst>
              <a:ext uri="{FF2B5EF4-FFF2-40B4-BE49-F238E27FC236}">
                <a16:creationId xmlns:a16="http://schemas.microsoft.com/office/drawing/2014/main" id="{7E34A175-69A5-12A1-5571-B1FDA1D7C47D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600000">
            <a:off x="-10195560" y="-3459480"/>
            <a:ext cx="13776961" cy="13776961"/>
          </a:xfrm>
          <a:prstGeom prst="rect">
            <a:avLst/>
          </a:prstGeom>
        </p:spPr>
      </p:pic>
      <p:sp>
        <p:nvSpPr>
          <p:cNvPr id="40" name="!!panel">
            <a:extLst>
              <a:ext uri="{FF2B5EF4-FFF2-40B4-BE49-F238E27FC236}">
                <a16:creationId xmlns:a16="http://schemas.microsoft.com/office/drawing/2014/main" id="{ACF8B230-74FE-B1F0-6085-63D1F87CC973}"/>
              </a:ext>
            </a:extLst>
          </p:cNvPr>
          <p:cNvSpPr/>
          <p:nvPr/>
        </p:nvSpPr>
        <p:spPr>
          <a:xfrm>
            <a:off x="7924800" y="0"/>
            <a:ext cx="4267200" cy="6858000"/>
          </a:xfrm>
          <a:prstGeom prst="rect">
            <a:avLst/>
          </a:prstGeom>
          <a:gradFill flip="none" rotWithShape="1">
            <a:gsLst>
              <a:gs pos="0">
                <a:srgbClr val="3C0006">
                  <a:alpha val="0"/>
                </a:srgbClr>
              </a:gs>
              <a:gs pos="55000">
                <a:srgbClr val="3C0006">
                  <a:alpha val="45000"/>
                </a:srgbClr>
              </a:gs>
              <a:gs pos="100000">
                <a:srgbClr val="280004">
                  <a:alpha val="75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1" name="cap_line606">
            <a:extLst>
              <a:ext uri="{FF2B5EF4-FFF2-40B4-BE49-F238E27FC236}">
                <a16:creationId xmlns:a16="http://schemas.microsoft.com/office/drawing/2014/main" id="{74B17F0A-78C9-E69A-02DB-CF112D53FEAE}"/>
              </a:ext>
            </a:extLst>
          </p:cNvPr>
          <p:cNvCxnSpPr/>
          <p:nvPr/>
        </p:nvCxnSpPr>
        <p:spPr>
          <a:xfrm>
            <a:off x="10607040" y="914400"/>
            <a:ext cx="0" cy="5029200"/>
          </a:xfrm>
          <a:prstGeom prst="line">
            <a:avLst/>
          </a:prstGeom>
          <a:ln w="12700" cap="flat" cmpd="sng" algn="ctr">
            <a:solidFill>
              <a:srgbClr val="E2B65C">
                <a:alpha val="8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ap_big606">
            <a:extLst>
              <a:ext uri="{FF2B5EF4-FFF2-40B4-BE49-F238E27FC236}">
                <a16:creationId xmlns:a16="http://schemas.microsoft.com/office/drawing/2014/main" id="{FD910F47-6E36-CA57-9409-5EF0368E4364}"/>
              </a:ext>
            </a:extLst>
          </p:cNvPr>
          <p:cNvSpPr txBox="1"/>
          <p:nvPr/>
        </p:nvSpPr>
        <p:spPr>
          <a:xfrm>
            <a:off x="10744200" y="838200"/>
            <a:ext cx="1295400" cy="5181600"/>
          </a:xfrm>
          <a:prstGeom prst="rect">
            <a:avLst/>
          </a:prstGeom>
          <a:noFill/>
        </p:spPr>
        <p:txBody>
          <a:bodyPr vert="eaVert" wrap="square" lIns="0" tIns="0" rIns="0" bIns="0" rtlCol="0" anchor="ctr">
            <a:noAutofit/>
            <a:scene3d>
              <a:camera prst="orthographicFront"/>
              <a:lightRig rig="threePt" dir="t"/>
            </a:scene3d>
            <a:sp3d>
              <a:bevelT w="22479" h="13487"/>
            </a:sp3d>
          </a:bodyPr>
          <a:lstStyle/>
          <a:p>
            <a:pPr algn="ctr"/>
            <a:r>
              <a:rPr lang="zh-CN" altLang="en-US" sz="7080" spc="400">
                <a:gradFill flip="none" rotWithShape="1">
                  <a:gsLst>
                    <a:gs pos="0">
                      <a:srgbClr val="FFF8CE"/>
                    </a:gs>
                    <a:gs pos="28000">
                      <a:srgbClr val="F8D876"/>
                    </a:gs>
                    <a:gs pos="50000">
                      <a:srgbClr val="C78E2A"/>
                    </a:gs>
                    <a:gs pos="70000">
                      <a:srgbClr val="FCE69C"/>
                    </a:gs>
                    <a:gs pos="100000">
                      <a:srgbClr val="A66C18"/>
                    </a:gs>
                  </a:gsLst>
                  <a:lin ang="5400000" scaled="1"/>
                  <a:tileRect/>
                </a:gradFill>
                <a:effectLst>
                  <a:outerShdw blurRad="64226" dist="36022" dir="3378615" rotWithShape="0">
                    <a:srgbClr val="320004">
                      <a:alpha val="55000"/>
                    </a:srgb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不忘初心</a:t>
            </a:r>
          </a:p>
        </p:txBody>
      </p:sp>
      <p:sp>
        <p:nvSpPr>
          <p:cNvPr id="43" name="cap_small606">
            <a:extLst>
              <a:ext uri="{FF2B5EF4-FFF2-40B4-BE49-F238E27FC236}">
                <a16:creationId xmlns:a16="http://schemas.microsoft.com/office/drawing/2014/main" id="{340F9512-5AEC-28F3-ABB5-7801D1D49A51}"/>
              </a:ext>
            </a:extLst>
          </p:cNvPr>
          <p:cNvSpPr txBox="1"/>
          <p:nvPr/>
        </p:nvSpPr>
        <p:spPr>
          <a:xfrm>
            <a:off x="9906000" y="1143000"/>
            <a:ext cx="609600" cy="4572000"/>
          </a:xfrm>
          <a:prstGeom prst="rect">
            <a:avLst/>
          </a:prstGeom>
          <a:noFill/>
        </p:spPr>
        <p:txBody>
          <a:bodyPr vert="eaVert" wrap="square" lIns="0" tIns="0" rIns="0" bIns="0" rtlCol="0" anchor="ctr">
            <a:noAutofit/>
          </a:bodyPr>
          <a:lstStyle/>
          <a:p>
            <a:pPr algn="ctr"/>
            <a:r>
              <a:rPr lang="zh-CN" altLang="en-US" spc="600">
                <a:solidFill>
                  <a:srgbClr val="FAE6BE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牢记使命 </a:t>
            </a:r>
            <a:r>
              <a:rPr lang="en-US" altLang="zh-CN" spc="600">
                <a:solidFill>
                  <a:srgbClr val="FAE6BE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· </a:t>
            </a:r>
            <a:r>
              <a:rPr lang="zh-CN" altLang="en-US" spc="600">
                <a:solidFill>
                  <a:srgbClr val="FAE6BE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砥砺前行</a:t>
            </a:r>
          </a:p>
        </p:txBody>
      </p:sp>
      <p:pic>
        <p:nvPicPr>
          <p:cNvPr id="45" name="cap_seal606">
            <a:extLst>
              <a:ext uri="{FF2B5EF4-FFF2-40B4-BE49-F238E27FC236}">
                <a16:creationId xmlns:a16="http://schemas.microsoft.com/office/drawing/2014/main" id="{A7065EF4-9E81-87CD-8464-E6B93A2D1A58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340" y="5844540"/>
            <a:ext cx="502920" cy="50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2135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8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02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base">
            <a:extLst>
              <a:ext uri="{FF2B5EF4-FFF2-40B4-BE49-F238E27FC236}">
                <a16:creationId xmlns:a16="http://schemas.microsoft.com/office/drawing/2014/main" id="{53C9E237-AA3B-1F22-EB79-784ACD478FD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9" name="!!pt15">
            <a:extLst>
              <a:ext uri="{FF2B5EF4-FFF2-40B4-BE49-F238E27FC236}">
                <a16:creationId xmlns:a16="http://schemas.microsoft.com/office/drawing/2014/main" id="{F0D2534A-47ED-B4CF-FE1A-ABBC5217808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2295" y="3478974"/>
            <a:ext cx="328725" cy="328725"/>
          </a:xfrm>
          <a:prstGeom prst="rect">
            <a:avLst/>
          </a:prstGeom>
        </p:spPr>
      </p:pic>
      <p:pic>
        <p:nvPicPr>
          <p:cNvPr id="37" name="!!pt14">
            <a:extLst>
              <a:ext uri="{FF2B5EF4-FFF2-40B4-BE49-F238E27FC236}">
                <a16:creationId xmlns:a16="http://schemas.microsoft.com/office/drawing/2014/main" id="{20392682-445B-9107-2500-A770F82E099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8117" y="3394408"/>
            <a:ext cx="252076" cy="252076"/>
          </a:xfrm>
          <a:prstGeom prst="rect">
            <a:avLst/>
          </a:prstGeom>
        </p:spPr>
      </p:pic>
      <p:pic>
        <p:nvPicPr>
          <p:cNvPr id="35" name="!!pt13">
            <a:extLst>
              <a:ext uri="{FF2B5EF4-FFF2-40B4-BE49-F238E27FC236}">
                <a16:creationId xmlns:a16="http://schemas.microsoft.com/office/drawing/2014/main" id="{394598E8-9A3D-654F-DEE9-5008670C1635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9394" y="313639"/>
            <a:ext cx="240734" cy="240734"/>
          </a:xfrm>
          <a:prstGeom prst="rect">
            <a:avLst/>
          </a:prstGeom>
        </p:spPr>
      </p:pic>
      <p:pic>
        <p:nvPicPr>
          <p:cNvPr id="33" name="!!pt12">
            <a:extLst>
              <a:ext uri="{FF2B5EF4-FFF2-40B4-BE49-F238E27FC236}">
                <a16:creationId xmlns:a16="http://schemas.microsoft.com/office/drawing/2014/main" id="{4C95AD90-E6E9-5A97-FCA1-47F6A6A23295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258" y="4857335"/>
            <a:ext cx="158161" cy="158161"/>
          </a:xfrm>
          <a:prstGeom prst="rect">
            <a:avLst/>
          </a:prstGeom>
        </p:spPr>
      </p:pic>
      <p:pic>
        <p:nvPicPr>
          <p:cNvPr id="31" name="!!pt11">
            <a:extLst>
              <a:ext uri="{FF2B5EF4-FFF2-40B4-BE49-F238E27FC236}">
                <a16:creationId xmlns:a16="http://schemas.microsoft.com/office/drawing/2014/main" id="{3F77D380-85F0-96A1-CF2F-DDA6F1057F01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1873" y="5342890"/>
            <a:ext cx="401090" cy="401090"/>
          </a:xfrm>
          <a:prstGeom prst="rect">
            <a:avLst/>
          </a:prstGeom>
        </p:spPr>
      </p:pic>
      <p:pic>
        <p:nvPicPr>
          <p:cNvPr id="29" name="!!pt10">
            <a:extLst>
              <a:ext uri="{FF2B5EF4-FFF2-40B4-BE49-F238E27FC236}">
                <a16:creationId xmlns:a16="http://schemas.microsoft.com/office/drawing/2014/main" id="{BCAC44E3-37B1-5A88-8002-A646FAE5B469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572" y="4365889"/>
            <a:ext cx="316200" cy="316200"/>
          </a:xfrm>
          <a:prstGeom prst="rect">
            <a:avLst/>
          </a:prstGeom>
        </p:spPr>
      </p:pic>
      <p:pic>
        <p:nvPicPr>
          <p:cNvPr id="27" name="!!pt9">
            <a:extLst>
              <a:ext uri="{FF2B5EF4-FFF2-40B4-BE49-F238E27FC236}">
                <a16:creationId xmlns:a16="http://schemas.microsoft.com/office/drawing/2014/main" id="{44C45FC2-15BC-AC32-5FA1-2F33C1757B4A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150" y="3407957"/>
            <a:ext cx="305937" cy="305937"/>
          </a:xfrm>
          <a:prstGeom prst="rect">
            <a:avLst/>
          </a:prstGeom>
        </p:spPr>
      </p:pic>
      <p:pic>
        <p:nvPicPr>
          <p:cNvPr id="25" name="!!pt8">
            <a:extLst>
              <a:ext uri="{FF2B5EF4-FFF2-40B4-BE49-F238E27FC236}">
                <a16:creationId xmlns:a16="http://schemas.microsoft.com/office/drawing/2014/main" id="{1F5A0F33-C916-649B-F27A-C632E942D5E0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1054" y="694891"/>
            <a:ext cx="240966" cy="240966"/>
          </a:xfrm>
          <a:prstGeom prst="rect">
            <a:avLst/>
          </a:prstGeom>
        </p:spPr>
      </p:pic>
      <p:pic>
        <p:nvPicPr>
          <p:cNvPr id="23" name="!!pt7">
            <a:extLst>
              <a:ext uri="{FF2B5EF4-FFF2-40B4-BE49-F238E27FC236}">
                <a16:creationId xmlns:a16="http://schemas.microsoft.com/office/drawing/2014/main" id="{2877975A-4DD8-4A31-69E6-DDF18B66CB9E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2724" y="1645623"/>
            <a:ext cx="197761" cy="197761"/>
          </a:xfrm>
          <a:prstGeom prst="rect">
            <a:avLst/>
          </a:prstGeom>
        </p:spPr>
      </p:pic>
      <p:pic>
        <p:nvPicPr>
          <p:cNvPr id="21" name="!!pt6">
            <a:extLst>
              <a:ext uri="{FF2B5EF4-FFF2-40B4-BE49-F238E27FC236}">
                <a16:creationId xmlns:a16="http://schemas.microsoft.com/office/drawing/2014/main" id="{D50D94AC-852E-E301-3A25-6CA851B91B34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116" y="5031063"/>
            <a:ext cx="193956" cy="193956"/>
          </a:xfrm>
          <a:prstGeom prst="rect">
            <a:avLst/>
          </a:prstGeom>
        </p:spPr>
      </p:pic>
      <p:pic>
        <p:nvPicPr>
          <p:cNvPr id="19" name="!!pt5">
            <a:extLst>
              <a:ext uri="{FF2B5EF4-FFF2-40B4-BE49-F238E27FC236}">
                <a16:creationId xmlns:a16="http://schemas.microsoft.com/office/drawing/2014/main" id="{F43B6EF5-072D-2422-145D-EE2CC01A6BE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1755" y="6636492"/>
            <a:ext cx="363331" cy="363331"/>
          </a:xfrm>
          <a:prstGeom prst="rect">
            <a:avLst/>
          </a:prstGeom>
        </p:spPr>
      </p:pic>
      <p:pic>
        <p:nvPicPr>
          <p:cNvPr id="17" name="!!pt4">
            <a:extLst>
              <a:ext uri="{FF2B5EF4-FFF2-40B4-BE49-F238E27FC236}">
                <a16:creationId xmlns:a16="http://schemas.microsoft.com/office/drawing/2014/main" id="{17116FC7-44A4-BD02-8239-C2DA0DE20DD9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605" y="842155"/>
            <a:ext cx="357993" cy="357993"/>
          </a:xfrm>
          <a:prstGeom prst="rect">
            <a:avLst/>
          </a:prstGeom>
        </p:spPr>
      </p:pic>
      <p:pic>
        <p:nvPicPr>
          <p:cNvPr id="15" name="!!pt3">
            <a:extLst>
              <a:ext uri="{FF2B5EF4-FFF2-40B4-BE49-F238E27FC236}">
                <a16:creationId xmlns:a16="http://schemas.microsoft.com/office/drawing/2014/main" id="{9AC11AF6-203C-BCCC-D85A-8F6A32B5F548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0249" y="3754132"/>
            <a:ext cx="274175" cy="274175"/>
          </a:xfrm>
          <a:prstGeom prst="rect">
            <a:avLst/>
          </a:prstGeom>
        </p:spPr>
      </p:pic>
      <p:pic>
        <p:nvPicPr>
          <p:cNvPr id="13" name="!!pt2">
            <a:extLst>
              <a:ext uri="{FF2B5EF4-FFF2-40B4-BE49-F238E27FC236}">
                <a16:creationId xmlns:a16="http://schemas.microsoft.com/office/drawing/2014/main" id="{9DBDB28C-9FDD-31FA-0A34-85F4B1E7EDFE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4448" y="5389384"/>
            <a:ext cx="260206" cy="260206"/>
          </a:xfrm>
          <a:prstGeom prst="rect">
            <a:avLst/>
          </a:prstGeom>
        </p:spPr>
      </p:pic>
      <p:pic>
        <p:nvPicPr>
          <p:cNvPr id="11" name="!!pt1">
            <a:extLst>
              <a:ext uri="{FF2B5EF4-FFF2-40B4-BE49-F238E27FC236}">
                <a16:creationId xmlns:a16="http://schemas.microsoft.com/office/drawing/2014/main" id="{0DBF6042-5E80-08FC-5AD9-23F478AD4654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3233" y="3656651"/>
            <a:ext cx="208547" cy="208547"/>
          </a:xfrm>
          <a:prstGeom prst="rect">
            <a:avLst/>
          </a:prstGeom>
        </p:spPr>
      </p:pic>
      <p:pic>
        <p:nvPicPr>
          <p:cNvPr id="9" name="!!pt0">
            <a:extLst>
              <a:ext uri="{FF2B5EF4-FFF2-40B4-BE49-F238E27FC236}">
                <a16:creationId xmlns:a16="http://schemas.microsoft.com/office/drawing/2014/main" id="{726C5D97-C0CC-61A2-CE75-51081CA48783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1949" y="3824415"/>
            <a:ext cx="177720" cy="177720"/>
          </a:xfrm>
          <a:prstGeom prst="rect">
            <a:avLst/>
          </a:prstGeom>
        </p:spPr>
      </p:pic>
      <p:sp>
        <p:nvSpPr>
          <p:cNvPr id="4" name="!!tint">
            <a:extLst>
              <a:ext uri="{FF2B5EF4-FFF2-40B4-BE49-F238E27FC236}">
                <a16:creationId xmlns:a16="http://schemas.microsoft.com/office/drawing/2014/main" id="{16C383D9-A000-B084-310B-9F31D07983D4}"/>
              </a:ext>
            </a:extLst>
          </p:cNvPr>
          <p:cNvSpPr/>
          <p:nvPr/>
        </p:nvSpPr>
        <p:spPr>
          <a:xfrm>
            <a:off x="2577198" y="-152400"/>
            <a:ext cx="9767203" cy="7162801"/>
          </a:xfrm>
          <a:custGeom>
            <a:avLst/>
            <a:gdLst/>
            <a:ahLst/>
            <a:cxnLst/>
            <a:rect l="0" t="0" r="0" b="0"/>
            <a:pathLst>
              <a:path w="9767203" h="7162801">
                <a:moveTo>
                  <a:pt x="0" y="0"/>
                </a:moveTo>
                <a:lnTo>
                  <a:pt x="45708" y="76200"/>
                </a:lnTo>
                <a:lnTo>
                  <a:pt x="90094" y="152400"/>
                </a:lnTo>
                <a:lnTo>
                  <a:pt x="133187" y="228600"/>
                </a:lnTo>
                <a:lnTo>
                  <a:pt x="175016" y="304800"/>
                </a:lnTo>
                <a:lnTo>
                  <a:pt x="215607" y="381000"/>
                </a:lnTo>
                <a:lnTo>
                  <a:pt x="254983" y="457200"/>
                </a:lnTo>
                <a:lnTo>
                  <a:pt x="293169" y="533400"/>
                </a:lnTo>
                <a:lnTo>
                  <a:pt x="330186" y="609600"/>
                </a:lnTo>
                <a:lnTo>
                  <a:pt x="366055" y="685800"/>
                </a:lnTo>
                <a:lnTo>
                  <a:pt x="400795" y="762000"/>
                </a:lnTo>
                <a:lnTo>
                  <a:pt x="434425" y="838200"/>
                </a:lnTo>
                <a:lnTo>
                  <a:pt x="466963" y="914400"/>
                </a:lnTo>
                <a:lnTo>
                  <a:pt x="498426" y="990600"/>
                </a:lnTo>
                <a:lnTo>
                  <a:pt x="528829" y="1066800"/>
                </a:lnTo>
                <a:lnTo>
                  <a:pt x="558188" y="1143000"/>
                </a:lnTo>
                <a:lnTo>
                  <a:pt x="586515" y="1219200"/>
                </a:lnTo>
                <a:lnTo>
                  <a:pt x="613826" y="1295400"/>
                </a:lnTo>
                <a:lnTo>
                  <a:pt x="640133" y="1371600"/>
                </a:lnTo>
                <a:lnTo>
                  <a:pt x="665448" y="1447800"/>
                </a:lnTo>
                <a:lnTo>
                  <a:pt x="689782" y="1524000"/>
                </a:lnTo>
                <a:lnTo>
                  <a:pt x="713146" y="1600200"/>
                </a:lnTo>
                <a:lnTo>
                  <a:pt x="735551" y="1676400"/>
                </a:lnTo>
                <a:lnTo>
                  <a:pt x="757005" y="1752600"/>
                </a:lnTo>
                <a:lnTo>
                  <a:pt x="777520" y="1828800"/>
                </a:lnTo>
                <a:lnTo>
                  <a:pt x="797102" y="1905000"/>
                </a:lnTo>
                <a:lnTo>
                  <a:pt x="815760" y="1981200"/>
                </a:lnTo>
                <a:lnTo>
                  <a:pt x="833503" y="2057400"/>
                </a:lnTo>
                <a:lnTo>
                  <a:pt x="850337" y="2133600"/>
                </a:lnTo>
                <a:lnTo>
                  <a:pt x="866268" y="2209800"/>
                </a:lnTo>
                <a:lnTo>
                  <a:pt x="881304" y="2286000"/>
                </a:lnTo>
                <a:lnTo>
                  <a:pt x="895450" y="2362200"/>
                </a:lnTo>
                <a:lnTo>
                  <a:pt x="908712" y="2438400"/>
                </a:lnTo>
                <a:lnTo>
                  <a:pt x="921094" y="2514600"/>
                </a:lnTo>
                <a:lnTo>
                  <a:pt x="932603" y="2590800"/>
                </a:lnTo>
                <a:lnTo>
                  <a:pt x="943242" y="2667000"/>
                </a:lnTo>
                <a:lnTo>
                  <a:pt x="953015" y="2743200"/>
                </a:lnTo>
                <a:lnTo>
                  <a:pt x="961926" y="2819400"/>
                </a:lnTo>
                <a:lnTo>
                  <a:pt x="969979" y="2895600"/>
                </a:lnTo>
                <a:lnTo>
                  <a:pt x="977175" y="2971800"/>
                </a:lnTo>
                <a:lnTo>
                  <a:pt x="983520" y="3048000"/>
                </a:lnTo>
                <a:lnTo>
                  <a:pt x="989013" y="3124200"/>
                </a:lnTo>
                <a:lnTo>
                  <a:pt x="993657" y="3200400"/>
                </a:lnTo>
                <a:lnTo>
                  <a:pt x="997456" y="3276600"/>
                </a:lnTo>
                <a:lnTo>
                  <a:pt x="1000408" y="3352800"/>
                </a:lnTo>
                <a:lnTo>
                  <a:pt x="1002516" y="3429000"/>
                </a:lnTo>
                <a:lnTo>
                  <a:pt x="1003781" y="3505200"/>
                </a:lnTo>
                <a:lnTo>
                  <a:pt x="1004202" y="3581400"/>
                </a:lnTo>
                <a:lnTo>
                  <a:pt x="1003781" y="3657600"/>
                </a:lnTo>
                <a:lnTo>
                  <a:pt x="1002516" y="3733800"/>
                </a:lnTo>
                <a:lnTo>
                  <a:pt x="1000408" y="3810000"/>
                </a:lnTo>
                <a:lnTo>
                  <a:pt x="997456" y="3886200"/>
                </a:lnTo>
                <a:lnTo>
                  <a:pt x="993657" y="3962400"/>
                </a:lnTo>
                <a:lnTo>
                  <a:pt x="989013" y="4038600"/>
                </a:lnTo>
                <a:lnTo>
                  <a:pt x="983520" y="4114800"/>
                </a:lnTo>
                <a:lnTo>
                  <a:pt x="977175" y="4191000"/>
                </a:lnTo>
                <a:lnTo>
                  <a:pt x="969979" y="4267200"/>
                </a:lnTo>
                <a:lnTo>
                  <a:pt x="961926" y="4343400"/>
                </a:lnTo>
                <a:lnTo>
                  <a:pt x="953015" y="4419600"/>
                </a:lnTo>
                <a:lnTo>
                  <a:pt x="943242" y="4495800"/>
                </a:lnTo>
                <a:lnTo>
                  <a:pt x="932603" y="4572000"/>
                </a:lnTo>
                <a:lnTo>
                  <a:pt x="921094" y="4648200"/>
                </a:lnTo>
                <a:lnTo>
                  <a:pt x="908712" y="4724400"/>
                </a:lnTo>
                <a:lnTo>
                  <a:pt x="895450" y="4800600"/>
                </a:lnTo>
                <a:lnTo>
                  <a:pt x="881304" y="4876800"/>
                </a:lnTo>
                <a:lnTo>
                  <a:pt x="866268" y="4953000"/>
                </a:lnTo>
                <a:lnTo>
                  <a:pt x="850337" y="5029200"/>
                </a:lnTo>
                <a:lnTo>
                  <a:pt x="833503" y="5105400"/>
                </a:lnTo>
                <a:lnTo>
                  <a:pt x="815760" y="5181600"/>
                </a:lnTo>
                <a:lnTo>
                  <a:pt x="797102" y="5257800"/>
                </a:lnTo>
                <a:lnTo>
                  <a:pt x="777520" y="5334000"/>
                </a:lnTo>
                <a:lnTo>
                  <a:pt x="757005" y="5410200"/>
                </a:lnTo>
                <a:lnTo>
                  <a:pt x="735551" y="5486400"/>
                </a:lnTo>
                <a:lnTo>
                  <a:pt x="713146" y="5562600"/>
                </a:lnTo>
                <a:lnTo>
                  <a:pt x="689782" y="5638800"/>
                </a:lnTo>
                <a:lnTo>
                  <a:pt x="665448" y="5715000"/>
                </a:lnTo>
                <a:lnTo>
                  <a:pt x="640133" y="5791200"/>
                </a:lnTo>
                <a:lnTo>
                  <a:pt x="613826" y="5867400"/>
                </a:lnTo>
                <a:lnTo>
                  <a:pt x="586515" y="5943600"/>
                </a:lnTo>
                <a:lnTo>
                  <a:pt x="558188" y="6019800"/>
                </a:lnTo>
                <a:lnTo>
                  <a:pt x="528829" y="6096000"/>
                </a:lnTo>
                <a:lnTo>
                  <a:pt x="498426" y="6172200"/>
                </a:lnTo>
                <a:lnTo>
                  <a:pt x="466963" y="6248400"/>
                </a:lnTo>
                <a:lnTo>
                  <a:pt x="434425" y="6324600"/>
                </a:lnTo>
                <a:lnTo>
                  <a:pt x="400795" y="6400800"/>
                </a:lnTo>
                <a:lnTo>
                  <a:pt x="366055" y="6477000"/>
                </a:lnTo>
                <a:lnTo>
                  <a:pt x="330186" y="6553200"/>
                </a:lnTo>
                <a:lnTo>
                  <a:pt x="293169" y="6629400"/>
                </a:lnTo>
                <a:lnTo>
                  <a:pt x="254983" y="6705600"/>
                </a:lnTo>
                <a:lnTo>
                  <a:pt x="215607" y="6781800"/>
                </a:lnTo>
                <a:lnTo>
                  <a:pt x="175016" y="6858000"/>
                </a:lnTo>
                <a:lnTo>
                  <a:pt x="133187" y="6934200"/>
                </a:lnTo>
                <a:lnTo>
                  <a:pt x="90094" y="7010400"/>
                </a:lnTo>
                <a:lnTo>
                  <a:pt x="45708" y="7086600"/>
                </a:lnTo>
                <a:lnTo>
                  <a:pt x="0" y="7162800"/>
                </a:lnTo>
                <a:lnTo>
                  <a:pt x="9767202" y="7162800"/>
                </a:lnTo>
                <a:lnTo>
                  <a:pt x="9767202" y="0"/>
                </a:lnTo>
                <a:close/>
              </a:path>
            </a:pathLst>
          </a:custGeom>
          <a:gradFill flip="none" rotWithShape="1">
            <a:gsLst>
              <a:gs pos="0">
                <a:srgbClr val="460006">
                  <a:alpha val="55000"/>
                </a:srgbClr>
              </a:gs>
              <a:gs pos="45000">
                <a:srgbClr val="6E040C">
                  <a:alpha val="32500"/>
                </a:srgbClr>
              </a:gs>
              <a:gs pos="100000">
                <a:srgbClr val="78060E">
                  <a:alpha val="10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!!ring">
            <a:extLst>
              <a:ext uri="{FF2B5EF4-FFF2-40B4-BE49-F238E27FC236}">
                <a16:creationId xmlns:a16="http://schemas.microsoft.com/office/drawing/2014/main" id="{47F4FC80-50C3-A25F-F970-A03BA56D0F2F}"/>
              </a:ext>
            </a:extLst>
          </p:cNvPr>
          <p:cNvSpPr/>
          <p:nvPr/>
        </p:nvSpPr>
        <p:spPr>
          <a:xfrm rot="6000000">
            <a:off x="-10195560" y="-3459480"/>
            <a:ext cx="13776961" cy="13776960"/>
          </a:xfrm>
          <a:prstGeom prst="donut">
            <a:avLst>
              <a:gd name="adj" fmla="val 21847"/>
            </a:avLst>
          </a:prstGeom>
          <a:blipFill dpi="0" rotWithShape="1">
            <a:blip r:embed="rId6"/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7" name="!!wheel">
            <a:extLst>
              <a:ext uri="{FF2B5EF4-FFF2-40B4-BE49-F238E27FC236}">
                <a16:creationId xmlns:a16="http://schemas.microsoft.com/office/drawing/2014/main" id="{DFF3916C-451B-70EF-CD5B-DC814171C29E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000000">
            <a:off x="-10195560" y="-3459480"/>
            <a:ext cx="13776961" cy="13776961"/>
          </a:xfrm>
          <a:prstGeom prst="rect">
            <a:avLst/>
          </a:prstGeom>
        </p:spPr>
      </p:pic>
      <p:sp>
        <p:nvSpPr>
          <p:cNvPr id="40" name="hs_title">
            <a:extLst>
              <a:ext uri="{FF2B5EF4-FFF2-40B4-BE49-F238E27FC236}">
                <a16:creationId xmlns:a16="http://schemas.microsoft.com/office/drawing/2014/main" id="{075BBB34-5A4E-AB2D-6CAC-0B656D6E4F91}"/>
              </a:ext>
            </a:extLst>
          </p:cNvPr>
          <p:cNvSpPr txBox="1"/>
          <p:nvPr/>
        </p:nvSpPr>
        <p:spPr>
          <a:xfrm>
            <a:off x="4267200" y="457200"/>
            <a:ext cx="76200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  <a:scene3d>
              <a:camera prst="orthographicFront"/>
              <a:lightRig rig="threePt" dir="t"/>
            </a:scene3d>
            <a:sp3d>
              <a:bevelT w="24765" h="14859"/>
            </a:sp3d>
          </a:bodyPr>
          <a:lstStyle/>
          <a:p>
            <a:pPr algn="ctr"/>
            <a:r>
              <a:rPr lang="zh-CN" altLang="en-US" sz="7800" spc="-1000">
                <a:gradFill flip="none" rotWithShape="1">
                  <a:gsLst>
                    <a:gs pos="0">
                      <a:srgbClr val="FFF8CE"/>
                    </a:gs>
                    <a:gs pos="28000">
                      <a:srgbClr val="F8D876"/>
                    </a:gs>
                    <a:gs pos="50000">
                      <a:srgbClr val="C78E2A"/>
                    </a:gs>
                    <a:gs pos="70000">
                      <a:srgbClr val="FCE69C"/>
                    </a:gs>
                    <a:gs pos="100000">
                      <a:srgbClr val="A66C18"/>
                    </a:gs>
                  </a:gsLst>
                  <a:lin ang="5400000" scaled="1"/>
                  <a:tileRect/>
                </a:gradFill>
                <a:effectLst>
                  <a:outerShdw blurRad="70757" dist="39685" dir="3378617" rotWithShape="0">
                    <a:srgbClr val="320004">
                      <a:alpha val="55000"/>
                    </a:srgb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光辉团史</a:t>
            </a:r>
          </a:p>
        </p:txBody>
      </p:sp>
      <p:sp>
        <p:nvSpPr>
          <p:cNvPr id="41" name="hs_sub">
            <a:extLst>
              <a:ext uri="{FF2B5EF4-FFF2-40B4-BE49-F238E27FC236}">
                <a16:creationId xmlns:a16="http://schemas.microsoft.com/office/drawing/2014/main" id="{EC63037A-01B6-5F4D-296D-3FFB12771F73}"/>
              </a:ext>
            </a:extLst>
          </p:cNvPr>
          <p:cNvSpPr txBox="1"/>
          <p:nvPr/>
        </p:nvSpPr>
        <p:spPr>
          <a:xfrm>
            <a:off x="4267200" y="1638300"/>
            <a:ext cx="762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680" spc="400">
                <a:solidFill>
                  <a:srgbClr val="FAE6BE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百年青春足迹 </a:t>
            </a:r>
            <a:r>
              <a:rPr lang="en-US" altLang="zh-CN" sz="1680" spc="400">
                <a:solidFill>
                  <a:srgbClr val="FAE6BE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· </a:t>
            </a:r>
            <a:r>
              <a:rPr lang="zh-CN" altLang="en-US" sz="1680" spc="400">
                <a:solidFill>
                  <a:srgbClr val="FAE6BE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一路风华正茂</a:t>
            </a:r>
          </a:p>
        </p:txBody>
      </p:sp>
      <p:cxnSp>
        <p:nvCxnSpPr>
          <p:cNvPr id="42" name="hs_axis">
            <a:extLst>
              <a:ext uri="{FF2B5EF4-FFF2-40B4-BE49-F238E27FC236}">
                <a16:creationId xmlns:a16="http://schemas.microsoft.com/office/drawing/2014/main" id="{DE9A54B3-BC38-044D-A4A7-2F4E73A96418}"/>
              </a:ext>
            </a:extLst>
          </p:cNvPr>
          <p:cNvCxnSpPr/>
          <p:nvPr/>
        </p:nvCxnSpPr>
        <p:spPr>
          <a:xfrm>
            <a:off x="4267200" y="3810000"/>
            <a:ext cx="7620000" cy="0"/>
          </a:xfrm>
          <a:prstGeom prst="line">
            <a:avLst/>
          </a:prstGeom>
          <a:ln w="20320" cap="flat" cmpd="sng" algn="ctr">
            <a:solidFill>
              <a:srgbClr val="E2B65C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hs_ring0">
            <a:extLst>
              <a:ext uri="{FF2B5EF4-FFF2-40B4-BE49-F238E27FC236}">
                <a16:creationId xmlns:a16="http://schemas.microsoft.com/office/drawing/2014/main" id="{7422B8AA-1085-DF75-F1D7-36905EE0F73C}"/>
              </a:ext>
            </a:extLst>
          </p:cNvPr>
          <p:cNvSpPr/>
          <p:nvPr/>
        </p:nvSpPr>
        <p:spPr>
          <a:xfrm>
            <a:off x="4724400" y="3657600"/>
            <a:ext cx="304800" cy="304800"/>
          </a:xfrm>
          <a:prstGeom prst="ellipse">
            <a:avLst/>
          </a:prstGeom>
          <a:noFill/>
          <a:ln w="12700" cap="flat" cmpd="sng" algn="ctr">
            <a:solidFill>
              <a:srgbClr val="ECC064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hs_dot0">
            <a:extLst>
              <a:ext uri="{FF2B5EF4-FFF2-40B4-BE49-F238E27FC236}">
                <a16:creationId xmlns:a16="http://schemas.microsoft.com/office/drawing/2014/main" id="{FC5C2536-F181-3F5E-2ED0-3BDD4CD5F717}"/>
              </a:ext>
            </a:extLst>
          </p:cNvPr>
          <p:cNvSpPr/>
          <p:nvPr/>
        </p:nvSpPr>
        <p:spPr>
          <a:xfrm>
            <a:off x="4800600" y="3733800"/>
            <a:ext cx="152400" cy="152400"/>
          </a:xfrm>
          <a:prstGeom prst="ellipse">
            <a:avLst/>
          </a:prstGeom>
          <a:solidFill>
            <a:srgbClr val="FAD67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5" name="hs_tick0">
            <a:extLst>
              <a:ext uri="{FF2B5EF4-FFF2-40B4-BE49-F238E27FC236}">
                <a16:creationId xmlns:a16="http://schemas.microsoft.com/office/drawing/2014/main" id="{809B124F-196D-AB2E-CDFB-6FAFCBE7F035}"/>
              </a:ext>
            </a:extLst>
          </p:cNvPr>
          <p:cNvCxnSpPr/>
          <p:nvPr/>
        </p:nvCxnSpPr>
        <p:spPr>
          <a:xfrm>
            <a:off x="4876800" y="3352800"/>
            <a:ext cx="0" cy="274320"/>
          </a:xfrm>
          <a:prstGeom prst="line">
            <a:avLst/>
          </a:prstGeom>
          <a:ln w="15240" cap="flat" cmpd="sng" algn="ctr">
            <a:solidFill>
              <a:srgbClr val="E2B65C">
                <a:alpha val="6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hs_year0">
            <a:extLst>
              <a:ext uri="{FF2B5EF4-FFF2-40B4-BE49-F238E27FC236}">
                <a16:creationId xmlns:a16="http://schemas.microsoft.com/office/drawing/2014/main" id="{3760073D-9CBB-8915-C799-252B2D3BB84C}"/>
              </a:ext>
            </a:extLst>
          </p:cNvPr>
          <p:cNvSpPr txBox="1"/>
          <p:nvPr/>
        </p:nvSpPr>
        <p:spPr>
          <a:xfrm>
            <a:off x="4076700" y="2819400"/>
            <a:ext cx="16002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3240" b="1">
                <a:gradFill flip="none" rotWithShape="1">
                  <a:gsLst>
                    <a:gs pos="0">
                      <a:srgbClr val="FFF8CE"/>
                    </a:gs>
                    <a:gs pos="28000">
                      <a:srgbClr val="F8D876"/>
                    </a:gs>
                    <a:gs pos="50000">
                      <a:srgbClr val="C78E2A"/>
                    </a:gs>
                    <a:gs pos="70000">
                      <a:srgbClr val="FCE69C"/>
                    </a:gs>
                    <a:gs pos="100000">
                      <a:srgbClr val="A66C18"/>
                    </a:gs>
                  </a:gsLst>
                  <a:lin ang="5400000" scaled="1"/>
                  <a:tileRect/>
                </a:gra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1919</a:t>
            </a:r>
            <a:endParaRPr lang="zh-CN" altLang="en-US" sz="3240" b="1">
              <a:gradFill flip="none" rotWithShape="1">
                <a:gsLst>
                  <a:gs pos="0">
                    <a:srgbClr val="FFF8CE"/>
                  </a:gs>
                  <a:gs pos="28000">
                    <a:srgbClr val="F8D876"/>
                  </a:gs>
                  <a:gs pos="50000">
                    <a:srgbClr val="C78E2A"/>
                  </a:gs>
                  <a:gs pos="70000">
                    <a:srgbClr val="FCE69C"/>
                  </a:gs>
                  <a:gs pos="100000">
                    <a:srgbClr val="A66C18"/>
                  </a:gs>
                </a:gsLst>
                <a:lin ang="5400000" scaled="1"/>
                <a:tileRect/>
              </a:gradFill>
              <a:effectLst>
                <a:outerShdw blurRad="38100" dist="22895" dir="3378584" rotWithShape="0">
                  <a:srgbClr val="320004">
                    <a:alpha val="55000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7" name="hs_desc0">
            <a:extLst>
              <a:ext uri="{FF2B5EF4-FFF2-40B4-BE49-F238E27FC236}">
                <a16:creationId xmlns:a16="http://schemas.microsoft.com/office/drawing/2014/main" id="{EA8D1633-5DA1-FF8E-C2D5-26A32E438805}"/>
              </a:ext>
            </a:extLst>
          </p:cNvPr>
          <p:cNvSpPr txBox="1"/>
          <p:nvPr/>
        </p:nvSpPr>
        <p:spPr>
          <a:xfrm>
            <a:off x="4076700" y="4053840"/>
            <a:ext cx="16002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440">
                <a:solidFill>
                  <a:srgbClr val="FAE6BE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五四运动爆发</a:t>
            </a:r>
          </a:p>
          <a:p>
            <a:pPr algn="ctr">
              <a:lnSpc>
                <a:spcPct val="125000"/>
              </a:lnSpc>
            </a:pPr>
            <a:r>
              <a:rPr lang="zh-CN" altLang="en-US" sz="1440">
                <a:solidFill>
                  <a:srgbClr val="FAE6BE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青年运动起点</a:t>
            </a:r>
          </a:p>
        </p:txBody>
      </p:sp>
      <p:sp>
        <p:nvSpPr>
          <p:cNvPr id="48" name="hs_ring1">
            <a:extLst>
              <a:ext uri="{FF2B5EF4-FFF2-40B4-BE49-F238E27FC236}">
                <a16:creationId xmlns:a16="http://schemas.microsoft.com/office/drawing/2014/main" id="{B6452185-D75B-0544-0FD4-71CFC8A0EFCC}"/>
              </a:ext>
            </a:extLst>
          </p:cNvPr>
          <p:cNvSpPr/>
          <p:nvPr/>
        </p:nvSpPr>
        <p:spPr>
          <a:xfrm>
            <a:off x="6324600" y="3657600"/>
            <a:ext cx="304800" cy="304800"/>
          </a:xfrm>
          <a:prstGeom prst="ellipse">
            <a:avLst/>
          </a:prstGeom>
          <a:noFill/>
          <a:ln w="12700" cap="flat" cmpd="sng" algn="ctr">
            <a:solidFill>
              <a:srgbClr val="ECC064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hs_dot1">
            <a:extLst>
              <a:ext uri="{FF2B5EF4-FFF2-40B4-BE49-F238E27FC236}">
                <a16:creationId xmlns:a16="http://schemas.microsoft.com/office/drawing/2014/main" id="{40583FE9-F228-B344-348A-83EF0968D49F}"/>
              </a:ext>
            </a:extLst>
          </p:cNvPr>
          <p:cNvSpPr/>
          <p:nvPr/>
        </p:nvSpPr>
        <p:spPr>
          <a:xfrm>
            <a:off x="6400800" y="3733800"/>
            <a:ext cx="152400" cy="152400"/>
          </a:xfrm>
          <a:prstGeom prst="ellipse">
            <a:avLst/>
          </a:prstGeom>
          <a:solidFill>
            <a:srgbClr val="FAD67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0" name="hs_tick1">
            <a:extLst>
              <a:ext uri="{FF2B5EF4-FFF2-40B4-BE49-F238E27FC236}">
                <a16:creationId xmlns:a16="http://schemas.microsoft.com/office/drawing/2014/main" id="{BAE25524-0AF3-0F8C-B008-3E5493DB429E}"/>
              </a:ext>
            </a:extLst>
          </p:cNvPr>
          <p:cNvCxnSpPr/>
          <p:nvPr/>
        </p:nvCxnSpPr>
        <p:spPr>
          <a:xfrm>
            <a:off x="6477000" y="3352800"/>
            <a:ext cx="0" cy="274320"/>
          </a:xfrm>
          <a:prstGeom prst="line">
            <a:avLst/>
          </a:prstGeom>
          <a:ln w="15240" cap="flat" cmpd="sng" algn="ctr">
            <a:solidFill>
              <a:srgbClr val="E2B65C">
                <a:alpha val="6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hs_year1">
            <a:extLst>
              <a:ext uri="{FF2B5EF4-FFF2-40B4-BE49-F238E27FC236}">
                <a16:creationId xmlns:a16="http://schemas.microsoft.com/office/drawing/2014/main" id="{3AA841BF-7A2E-15F9-DF08-08F340DD2519}"/>
              </a:ext>
            </a:extLst>
          </p:cNvPr>
          <p:cNvSpPr txBox="1"/>
          <p:nvPr/>
        </p:nvSpPr>
        <p:spPr>
          <a:xfrm>
            <a:off x="5676900" y="2819400"/>
            <a:ext cx="16002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3240" b="1">
                <a:gradFill flip="none" rotWithShape="1">
                  <a:gsLst>
                    <a:gs pos="0">
                      <a:srgbClr val="FFF8CE"/>
                    </a:gs>
                    <a:gs pos="28000">
                      <a:srgbClr val="F8D876"/>
                    </a:gs>
                    <a:gs pos="50000">
                      <a:srgbClr val="C78E2A"/>
                    </a:gs>
                    <a:gs pos="70000">
                      <a:srgbClr val="FCE69C"/>
                    </a:gs>
                    <a:gs pos="100000">
                      <a:srgbClr val="A66C18"/>
                    </a:gs>
                  </a:gsLst>
                  <a:lin ang="5400000" scaled="1"/>
                  <a:tileRect/>
                </a:gra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1922</a:t>
            </a:r>
            <a:endParaRPr lang="zh-CN" altLang="en-US" sz="3240" b="1">
              <a:gradFill flip="none" rotWithShape="1">
                <a:gsLst>
                  <a:gs pos="0">
                    <a:srgbClr val="FFF8CE"/>
                  </a:gs>
                  <a:gs pos="28000">
                    <a:srgbClr val="F8D876"/>
                  </a:gs>
                  <a:gs pos="50000">
                    <a:srgbClr val="C78E2A"/>
                  </a:gs>
                  <a:gs pos="70000">
                    <a:srgbClr val="FCE69C"/>
                  </a:gs>
                  <a:gs pos="100000">
                    <a:srgbClr val="A66C18"/>
                  </a:gs>
                </a:gsLst>
                <a:lin ang="5400000" scaled="1"/>
                <a:tileRect/>
              </a:gradFill>
              <a:effectLst>
                <a:outerShdw blurRad="38100" dist="22895" dir="3378584" rotWithShape="0">
                  <a:srgbClr val="320004">
                    <a:alpha val="55000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2" name="hs_desc1">
            <a:extLst>
              <a:ext uri="{FF2B5EF4-FFF2-40B4-BE49-F238E27FC236}">
                <a16:creationId xmlns:a16="http://schemas.microsoft.com/office/drawing/2014/main" id="{DC077DFE-A9FA-ED60-74D4-565277F947E9}"/>
              </a:ext>
            </a:extLst>
          </p:cNvPr>
          <p:cNvSpPr txBox="1"/>
          <p:nvPr/>
        </p:nvSpPr>
        <p:spPr>
          <a:xfrm>
            <a:off x="5676900" y="4053840"/>
            <a:ext cx="16002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440">
                <a:solidFill>
                  <a:srgbClr val="FAE6BE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中国社会主义</a:t>
            </a:r>
          </a:p>
          <a:p>
            <a:pPr algn="ctr">
              <a:lnSpc>
                <a:spcPct val="125000"/>
              </a:lnSpc>
            </a:pPr>
            <a:r>
              <a:rPr lang="zh-CN" altLang="en-US" sz="1440">
                <a:solidFill>
                  <a:srgbClr val="FAE6BE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青年团成立</a:t>
            </a:r>
          </a:p>
        </p:txBody>
      </p:sp>
      <p:sp>
        <p:nvSpPr>
          <p:cNvPr id="53" name="hs_ring2">
            <a:extLst>
              <a:ext uri="{FF2B5EF4-FFF2-40B4-BE49-F238E27FC236}">
                <a16:creationId xmlns:a16="http://schemas.microsoft.com/office/drawing/2014/main" id="{63F3500D-8787-272D-28D2-212BCEB135BE}"/>
              </a:ext>
            </a:extLst>
          </p:cNvPr>
          <p:cNvSpPr/>
          <p:nvPr/>
        </p:nvSpPr>
        <p:spPr>
          <a:xfrm>
            <a:off x="7924800" y="3657600"/>
            <a:ext cx="304800" cy="304800"/>
          </a:xfrm>
          <a:prstGeom prst="ellipse">
            <a:avLst/>
          </a:prstGeom>
          <a:noFill/>
          <a:ln w="12700" cap="flat" cmpd="sng" algn="ctr">
            <a:solidFill>
              <a:srgbClr val="ECC064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hs_dot2">
            <a:extLst>
              <a:ext uri="{FF2B5EF4-FFF2-40B4-BE49-F238E27FC236}">
                <a16:creationId xmlns:a16="http://schemas.microsoft.com/office/drawing/2014/main" id="{9661BE0B-ACBF-6EB0-A5C3-80E7BB31D84C}"/>
              </a:ext>
            </a:extLst>
          </p:cNvPr>
          <p:cNvSpPr/>
          <p:nvPr/>
        </p:nvSpPr>
        <p:spPr>
          <a:xfrm>
            <a:off x="8001000" y="3733800"/>
            <a:ext cx="152400" cy="152400"/>
          </a:xfrm>
          <a:prstGeom prst="ellipse">
            <a:avLst/>
          </a:prstGeom>
          <a:solidFill>
            <a:srgbClr val="FAD67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" name="hs_tick2">
            <a:extLst>
              <a:ext uri="{FF2B5EF4-FFF2-40B4-BE49-F238E27FC236}">
                <a16:creationId xmlns:a16="http://schemas.microsoft.com/office/drawing/2014/main" id="{69457920-0803-3ED6-B530-DDAD233AF7EE}"/>
              </a:ext>
            </a:extLst>
          </p:cNvPr>
          <p:cNvCxnSpPr/>
          <p:nvPr/>
        </p:nvCxnSpPr>
        <p:spPr>
          <a:xfrm>
            <a:off x="8077200" y="3352800"/>
            <a:ext cx="0" cy="274320"/>
          </a:xfrm>
          <a:prstGeom prst="line">
            <a:avLst/>
          </a:prstGeom>
          <a:ln w="15240" cap="flat" cmpd="sng" algn="ctr">
            <a:solidFill>
              <a:srgbClr val="E2B65C">
                <a:alpha val="6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hs_year2">
            <a:extLst>
              <a:ext uri="{FF2B5EF4-FFF2-40B4-BE49-F238E27FC236}">
                <a16:creationId xmlns:a16="http://schemas.microsoft.com/office/drawing/2014/main" id="{5D9686DB-54E1-B5A3-E1D1-3AF4D12742E0}"/>
              </a:ext>
            </a:extLst>
          </p:cNvPr>
          <p:cNvSpPr txBox="1"/>
          <p:nvPr/>
        </p:nvSpPr>
        <p:spPr>
          <a:xfrm>
            <a:off x="7277100" y="2819400"/>
            <a:ext cx="16002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3240" b="1">
                <a:gradFill flip="none" rotWithShape="1">
                  <a:gsLst>
                    <a:gs pos="0">
                      <a:srgbClr val="FFF8CE"/>
                    </a:gs>
                    <a:gs pos="28000">
                      <a:srgbClr val="F8D876"/>
                    </a:gs>
                    <a:gs pos="50000">
                      <a:srgbClr val="C78E2A"/>
                    </a:gs>
                    <a:gs pos="70000">
                      <a:srgbClr val="FCE69C"/>
                    </a:gs>
                    <a:gs pos="100000">
                      <a:srgbClr val="A66C18"/>
                    </a:gs>
                  </a:gsLst>
                  <a:lin ang="5400000" scaled="1"/>
                  <a:tileRect/>
                </a:gra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1925</a:t>
            </a:r>
            <a:endParaRPr lang="zh-CN" altLang="en-US" sz="3240" b="1">
              <a:gradFill flip="none" rotWithShape="1">
                <a:gsLst>
                  <a:gs pos="0">
                    <a:srgbClr val="FFF8CE"/>
                  </a:gs>
                  <a:gs pos="28000">
                    <a:srgbClr val="F8D876"/>
                  </a:gs>
                  <a:gs pos="50000">
                    <a:srgbClr val="C78E2A"/>
                  </a:gs>
                  <a:gs pos="70000">
                    <a:srgbClr val="FCE69C"/>
                  </a:gs>
                  <a:gs pos="100000">
                    <a:srgbClr val="A66C18"/>
                  </a:gs>
                </a:gsLst>
                <a:lin ang="5400000" scaled="1"/>
                <a:tileRect/>
              </a:gradFill>
              <a:effectLst>
                <a:outerShdw blurRad="38100" dist="22895" dir="3378584" rotWithShape="0">
                  <a:srgbClr val="320004">
                    <a:alpha val="55000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7" name="hs_desc2">
            <a:extLst>
              <a:ext uri="{FF2B5EF4-FFF2-40B4-BE49-F238E27FC236}">
                <a16:creationId xmlns:a16="http://schemas.microsoft.com/office/drawing/2014/main" id="{BB0BD8DC-A59D-CB20-CEF3-6F0E2D77A40F}"/>
              </a:ext>
            </a:extLst>
          </p:cNvPr>
          <p:cNvSpPr txBox="1"/>
          <p:nvPr/>
        </p:nvSpPr>
        <p:spPr>
          <a:xfrm>
            <a:off x="7277100" y="4053840"/>
            <a:ext cx="16002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440">
                <a:solidFill>
                  <a:srgbClr val="FAE6BE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更名为中国</a:t>
            </a:r>
          </a:p>
          <a:p>
            <a:pPr algn="ctr">
              <a:lnSpc>
                <a:spcPct val="125000"/>
              </a:lnSpc>
            </a:pPr>
            <a:r>
              <a:rPr lang="zh-CN" altLang="en-US" sz="1440">
                <a:solidFill>
                  <a:srgbClr val="FAE6BE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共产主义青年团</a:t>
            </a:r>
          </a:p>
        </p:txBody>
      </p:sp>
      <p:sp>
        <p:nvSpPr>
          <p:cNvPr id="58" name="hs_ring3">
            <a:extLst>
              <a:ext uri="{FF2B5EF4-FFF2-40B4-BE49-F238E27FC236}">
                <a16:creationId xmlns:a16="http://schemas.microsoft.com/office/drawing/2014/main" id="{52BA11F1-E57B-8A98-5A2D-46C1AE666156}"/>
              </a:ext>
            </a:extLst>
          </p:cNvPr>
          <p:cNvSpPr/>
          <p:nvPr/>
        </p:nvSpPr>
        <p:spPr>
          <a:xfrm>
            <a:off x="9525000" y="3657600"/>
            <a:ext cx="304800" cy="304800"/>
          </a:xfrm>
          <a:prstGeom prst="ellipse">
            <a:avLst/>
          </a:prstGeom>
          <a:noFill/>
          <a:ln w="12700" cap="flat" cmpd="sng" algn="ctr">
            <a:solidFill>
              <a:srgbClr val="ECC064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hs_dot3">
            <a:extLst>
              <a:ext uri="{FF2B5EF4-FFF2-40B4-BE49-F238E27FC236}">
                <a16:creationId xmlns:a16="http://schemas.microsoft.com/office/drawing/2014/main" id="{6F250BDC-82B9-09AC-2869-0E669AE9BF0B}"/>
              </a:ext>
            </a:extLst>
          </p:cNvPr>
          <p:cNvSpPr/>
          <p:nvPr/>
        </p:nvSpPr>
        <p:spPr>
          <a:xfrm>
            <a:off x="9601200" y="3733800"/>
            <a:ext cx="152400" cy="152400"/>
          </a:xfrm>
          <a:prstGeom prst="ellipse">
            <a:avLst/>
          </a:prstGeom>
          <a:solidFill>
            <a:srgbClr val="FAD67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0" name="hs_tick3">
            <a:extLst>
              <a:ext uri="{FF2B5EF4-FFF2-40B4-BE49-F238E27FC236}">
                <a16:creationId xmlns:a16="http://schemas.microsoft.com/office/drawing/2014/main" id="{DC399089-1B90-0CAE-4357-8968778F0C9B}"/>
              </a:ext>
            </a:extLst>
          </p:cNvPr>
          <p:cNvCxnSpPr/>
          <p:nvPr/>
        </p:nvCxnSpPr>
        <p:spPr>
          <a:xfrm>
            <a:off x="9677400" y="3352800"/>
            <a:ext cx="0" cy="274320"/>
          </a:xfrm>
          <a:prstGeom prst="line">
            <a:avLst/>
          </a:prstGeom>
          <a:ln w="15240" cap="flat" cmpd="sng" algn="ctr">
            <a:solidFill>
              <a:srgbClr val="E2B65C">
                <a:alpha val="6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hs_year3">
            <a:extLst>
              <a:ext uri="{FF2B5EF4-FFF2-40B4-BE49-F238E27FC236}">
                <a16:creationId xmlns:a16="http://schemas.microsoft.com/office/drawing/2014/main" id="{EE5E9A0D-98B7-0CDF-1370-56469FFC135E}"/>
              </a:ext>
            </a:extLst>
          </p:cNvPr>
          <p:cNvSpPr txBox="1"/>
          <p:nvPr/>
        </p:nvSpPr>
        <p:spPr>
          <a:xfrm>
            <a:off x="8877300" y="2819400"/>
            <a:ext cx="16002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3240" b="1">
                <a:gradFill flip="none" rotWithShape="1">
                  <a:gsLst>
                    <a:gs pos="0">
                      <a:srgbClr val="FFF8CE"/>
                    </a:gs>
                    <a:gs pos="28000">
                      <a:srgbClr val="F8D876"/>
                    </a:gs>
                    <a:gs pos="50000">
                      <a:srgbClr val="C78E2A"/>
                    </a:gs>
                    <a:gs pos="70000">
                      <a:srgbClr val="FCE69C"/>
                    </a:gs>
                    <a:gs pos="100000">
                      <a:srgbClr val="A66C18"/>
                    </a:gs>
                  </a:gsLst>
                  <a:lin ang="5400000" scaled="1"/>
                  <a:tileRect/>
                </a:gra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1957</a:t>
            </a:r>
            <a:endParaRPr lang="zh-CN" altLang="en-US" sz="3240" b="1">
              <a:gradFill flip="none" rotWithShape="1">
                <a:gsLst>
                  <a:gs pos="0">
                    <a:srgbClr val="FFF8CE"/>
                  </a:gs>
                  <a:gs pos="28000">
                    <a:srgbClr val="F8D876"/>
                  </a:gs>
                  <a:gs pos="50000">
                    <a:srgbClr val="C78E2A"/>
                  </a:gs>
                  <a:gs pos="70000">
                    <a:srgbClr val="FCE69C"/>
                  </a:gs>
                  <a:gs pos="100000">
                    <a:srgbClr val="A66C18"/>
                  </a:gs>
                </a:gsLst>
                <a:lin ang="5400000" scaled="1"/>
                <a:tileRect/>
              </a:gradFill>
              <a:effectLst>
                <a:outerShdw blurRad="38100" dist="22895" dir="3378584" rotWithShape="0">
                  <a:srgbClr val="320004">
                    <a:alpha val="55000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2" name="hs_desc3">
            <a:extLst>
              <a:ext uri="{FF2B5EF4-FFF2-40B4-BE49-F238E27FC236}">
                <a16:creationId xmlns:a16="http://schemas.microsoft.com/office/drawing/2014/main" id="{754FF391-3984-0914-B529-7008B54C4534}"/>
              </a:ext>
            </a:extLst>
          </p:cNvPr>
          <p:cNvSpPr txBox="1"/>
          <p:nvPr/>
        </p:nvSpPr>
        <p:spPr>
          <a:xfrm>
            <a:off x="8877300" y="4053840"/>
            <a:ext cx="16002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440">
                <a:solidFill>
                  <a:srgbClr val="FAE6BE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恢复“中国共产</a:t>
            </a:r>
          </a:p>
          <a:p>
            <a:pPr algn="ctr">
              <a:lnSpc>
                <a:spcPct val="125000"/>
              </a:lnSpc>
            </a:pPr>
            <a:r>
              <a:rPr lang="zh-CN" altLang="en-US" sz="1440">
                <a:solidFill>
                  <a:srgbClr val="FAE6BE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主义青年团”名称</a:t>
            </a:r>
          </a:p>
        </p:txBody>
      </p:sp>
      <p:sp>
        <p:nvSpPr>
          <p:cNvPr id="63" name="hs_ring4">
            <a:extLst>
              <a:ext uri="{FF2B5EF4-FFF2-40B4-BE49-F238E27FC236}">
                <a16:creationId xmlns:a16="http://schemas.microsoft.com/office/drawing/2014/main" id="{558D1EFD-A0FC-7C73-4818-2AFFC11341FA}"/>
              </a:ext>
            </a:extLst>
          </p:cNvPr>
          <p:cNvSpPr/>
          <p:nvPr/>
        </p:nvSpPr>
        <p:spPr>
          <a:xfrm>
            <a:off x="11125200" y="3657600"/>
            <a:ext cx="304800" cy="304800"/>
          </a:xfrm>
          <a:prstGeom prst="ellipse">
            <a:avLst/>
          </a:prstGeom>
          <a:noFill/>
          <a:ln w="12700" cap="flat" cmpd="sng" algn="ctr">
            <a:solidFill>
              <a:srgbClr val="ECC064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hs_dot4">
            <a:extLst>
              <a:ext uri="{FF2B5EF4-FFF2-40B4-BE49-F238E27FC236}">
                <a16:creationId xmlns:a16="http://schemas.microsoft.com/office/drawing/2014/main" id="{5A055A86-7316-557B-E5D7-3A019CDFDB56}"/>
              </a:ext>
            </a:extLst>
          </p:cNvPr>
          <p:cNvSpPr/>
          <p:nvPr/>
        </p:nvSpPr>
        <p:spPr>
          <a:xfrm>
            <a:off x="11201400" y="3733800"/>
            <a:ext cx="152400" cy="152400"/>
          </a:xfrm>
          <a:prstGeom prst="ellipse">
            <a:avLst/>
          </a:prstGeom>
          <a:solidFill>
            <a:srgbClr val="FAD67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5" name="hs_tick4">
            <a:extLst>
              <a:ext uri="{FF2B5EF4-FFF2-40B4-BE49-F238E27FC236}">
                <a16:creationId xmlns:a16="http://schemas.microsoft.com/office/drawing/2014/main" id="{B2C9B8E9-5580-05E7-8C5B-B65E3A6BBFB7}"/>
              </a:ext>
            </a:extLst>
          </p:cNvPr>
          <p:cNvCxnSpPr/>
          <p:nvPr/>
        </p:nvCxnSpPr>
        <p:spPr>
          <a:xfrm>
            <a:off x="11277600" y="3352800"/>
            <a:ext cx="0" cy="274320"/>
          </a:xfrm>
          <a:prstGeom prst="line">
            <a:avLst/>
          </a:prstGeom>
          <a:ln w="15240" cap="flat" cmpd="sng" algn="ctr">
            <a:solidFill>
              <a:srgbClr val="E2B65C">
                <a:alpha val="6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hs_year4">
            <a:extLst>
              <a:ext uri="{FF2B5EF4-FFF2-40B4-BE49-F238E27FC236}">
                <a16:creationId xmlns:a16="http://schemas.microsoft.com/office/drawing/2014/main" id="{7D148C95-FE56-BD5C-4452-317780CDD1F8}"/>
              </a:ext>
            </a:extLst>
          </p:cNvPr>
          <p:cNvSpPr txBox="1"/>
          <p:nvPr/>
        </p:nvSpPr>
        <p:spPr>
          <a:xfrm>
            <a:off x="10477500" y="2819400"/>
            <a:ext cx="16002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3240" b="1">
                <a:gradFill flip="none" rotWithShape="1">
                  <a:gsLst>
                    <a:gs pos="0">
                      <a:srgbClr val="FFF8CE"/>
                    </a:gs>
                    <a:gs pos="28000">
                      <a:srgbClr val="F8D876"/>
                    </a:gs>
                    <a:gs pos="50000">
                      <a:srgbClr val="C78E2A"/>
                    </a:gs>
                    <a:gs pos="70000">
                      <a:srgbClr val="FCE69C"/>
                    </a:gs>
                    <a:gs pos="100000">
                      <a:srgbClr val="A66C18"/>
                    </a:gs>
                  </a:gsLst>
                  <a:lin ang="5400000" scaled="1"/>
                  <a:tileRect/>
                </a:gra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2022</a:t>
            </a:r>
            <a:endParaRPr lang="zh-CN" altLang="en-US" sz="3240" b="1">
              <a:gradFill flip="none" rotWithShape="1">
                <a:gsLst>
                  <a:gs pos="0">
                    <a:srgbClr val="FFF8CE"/>
                  </a:gs>
                  <a:gs pos="28000">
                    <a:srgbClr val="F8D876"/>
                  </a:gs>
                  <a:gs pos="50000">
                    <a:srgbClr val="C78E2A"/>
                  </a:gs>
                  <a:gs pos="70000">
                    <a:srgbClr val="FCE69C"/>
                  </a:gs>
                  <a:gs pos="100000">
                    <a:srgbClr val="A66C18"/>
                  </a:gs>
                </a:gsLst>
                <a:lin ang="5400000" scaled="1"/>
                <a:tileRect/>
              </a:gradFill>
              <a:effectLst>
                <a:outerShdw blurRad="38100" dist="22895" dir="3378584" rotWithShape="0">
                  <a:srgbClr val="320004">
                    <a:alpha val="55000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7" name="hs_desc4">
            <a:extLst>
              <a:ext uri="{FF2B5EF4-FFF2-40B4-BE49-F238E27FC236}">
                <a16:creationId xmlns:a16="http://schemas.microsoft.com/office/drawing/2014/main" id="{C1DE24B6-063F-E434-A9B3-E6ED849A4B9C}"/>
              </a:ext>
            </a:extLst>
          </p:cNvPr>
          <p:cNvSpPr txBox="1"/>
          <p:nvPr/>
        </p:nvSpPr>
        <p:spPr>
          <a:xfrm>
            <a:off x="10477500" y="4053840"/>
            <a:ext cx="16002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440">
                <a:solidFill>
                  <a:srgbClr val="FAE6BE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建团一百周年</a:t>
            </a:r>
          </a:p>
          <a:p>
            <a:pPr algn="ctr">
              <a:lnSpc>
                <a:spcPct val="125000"/>
              </a:lnSpc>
            </a:pPr>
            <a:r>
              <a:rPr lang="zh-CN" altLang="en-US" sz="1440">
                <a:solidFill>
                  <a:srgbClr val="FAE6BE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青春接续奋斗</a:t>
            </a:r>
          </a:p>
        </p:txBody>
      </p:sp>
      <p:cxnSp>
        <p:nvCxnSpPr>
          <p:cNvPr id="68" name="hs_div_l-1">
            <a:extLst>
              <a:ext uri="{FF2B5EF4-FFF2-40B4-BE49-F238E27FC236}">
                <a16:creationId xmlns:a16="http://schemas.microsoft.com/office/drawing/2014/main" id="{4D264D09-0496-8C36-81D7-DBF0141C3603}"/>
              </a:ext>
            </a:extLst>
          </p:cNvPr>
          <p:cNvCxnSpPr/>
          <p:nvPr/>
        </p:nvCxnSpPr>
        <p:spPr>
          <a:xfrm flipH="1">
            <a:off x="5181600" y="5486400"/>
            <a:ext cx="2636520" cy="0"/>
          </a:xfrm>
          <a:prstGeom prst="line">
            <a:avLst/>
          </a:prstGeom>
          <a:ln w="15240" cap="flat" cmpd="sng" algn="ctr">
            <a:solidFill>
              <a:srgbClr val="E2B65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hs_div_l1">
            <a:extLst>
              <a:ext uri="{FF2B5EF4-FFF2-40B4-BE49-F238E27FC236}">
                <a16:creationId xmlns:a16="http://schemas.microsoft.com/office/drawing/2014/main" id="{4745BA52-E147-A0BE-7287-7D4D8E17C233}"/>
              </a:ext>
            </a:extLst>
          </p:cNvPr>
          <p:cNvCxnSpPr/>
          <p:nvPr/>
        </p:nvCxnSpPr>
        <p:spPr>
          <a:xfrm>
            <a:off x="8336280" y="5486400"/>
            <a:ext cx="2636520" cy="0"/>
          </a:xfrm>
          <a:prstGeom prst="line">
            <a:avLst/>
          </a:prstGeom>
          <a:ln w="15240" cap="flat" cmpd="sng" algn="ctr">
            <a:solidFill>
              <a:srgbClr val="E2B65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hs_div_d0">
            <a:extLst>
              <a:ext uri="{FF2B5EF4-FFF2-40B4-BE49-F238E27FC236}">
                <a16:creationId xmlns:a16="http://schemas.microsoft.com/office/drawing/2014/main" id="{60EA1CB7-757E-C141-2650-8970BB8AB42A}"/>
              </a:ext>
            </a:extLst>
          </p:cNvPr>
          <p:cNvSpPr/>
          <p:nvPr/>
        </p:nvSpPr>
        <p:spPr>
          <a:xfrm>
            <a:off x="8016240" y="5425440"/>
            <a:ext cx="121920" cy="121920"/>
          </a:xfrm>
          <a:prstGeom prst="diamond">
            <a:avLst/>
          </a:prstGeom>
          <a:solidFill>
            <a:srgbClr val="E8BC6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hs_quote">
            <a:extLst>
              <a:ext uri="{FF2B5EF4-FFF2-40B4-BE49-F238E27FC236}">
                <a16:creationId xmlns:a16="http://schemas.microsoft.com/office/drawing/2014/main" id="{52CF6E5C-85B4-17FF-15F9-14227F4A27B4}"/>
              </a:ext>
            </a:extLst>
          </p:cNvPr>
          <p:cNvSpPr txBox="1"/>
          <p:nvPr/>
        </p:nvSpPr>
        <p:spPr>
          <a:xfrm>
            <a:off x="4267200" y="5676900"/>
            <a:ext cx="7620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2040" spc="200">
                <a:solidFill>
                  <a:srgbClr val="FADC96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青年兴则国家兴，青年强则国家强</a:t>
            </a:r>
          </a:p>
        </p:txBody>
      </p:sp>
    </p:spTree>
    <p:extLst>
      <p:ext uri="{BB962C8B-B14F-4D97-AF65-F5344CB8AC3E}">
        <p14:creationId xmlns:p14="http://schemas.microsoft.com/office/powerpoint/2010/main" val="15316236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02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base">
            <a:extLst>
              <a:ext uri="{FF2B5EF4-FFF2-40B4-BE49-F238E27FC236}">
                <a16:creationId xmlns:a16="http://schemas.microsoft.com/office/drawing/2014/main" id="{CA9818B2-9A64-D667-3B8D-6A1C95C9415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9" name="!!pt15">
            <a:extLst>
              <a:ext uri="{FF2B5EF4-FFF2-40B4-BE49-F238E27FC236}">
                <a16:creationId xmlns:a16="http://schemas.microsoft.com/office/drawing/2014/main" id="{C994495E-90AB-E483-1676-697D38316E5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7373" y="5492909"/>
            <a:ext cx="305227" cy="305227"/>
          </a:xfrm>
          <a:prstGeom prst="rect">
            <a:avLst/>
          </a:prstGeom>
        </p:spPr>
      </p:pic>
      <p:pic>
        <p:nvPicPr>
          <p:cNvPr id="37" name="!!pt14">
            <a:extLst>
              <a:ext uri="{FF2B5EF4-FFF2-40B4-BE49-F238E27FC236}">
                <a16:creationId xmlns:a16="http://schemas.microsoft.com/office/drawing/2014/main" id="{13B82C8B-0639-4DC5-0610-672390131A0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1890" y="4208981"/>
            <a:ext cx="219007" cy="219007"/>
          </a:xfrm>
          <a:prstGeom prst="rect">
            <a:avLst/>
          </a:prstGeom>
        </p:spPr>
      </p:pic>
      <p:pic>
        <p:nvPicPr>
          <p:cNvPr id="35" name="!!pt13">
            <a:extLst>
              <a:ext uri="{FF2B5EF4-FFF2-40B4-BE49-F238E27FC236}">
                <a16:creationId xmlns:a16="http://schemas.microsoft.com/office/drawing/2014/main" id="{367E78C8-B8D8-7CEE-7480-26B2BED5DE5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932" y="5863504"/>
            <a:ext cx="234114" cy="234114"/>
          </a:xfrm>
          <a:prstGeom prst="rect">
            <a:avLst/>
          </a:prstGeom>
        </p:spPr>
      </p:pic>
      <p:pic>
        <p:nvPicPr>
          <p:cNvPr id="33" name="!!pt12">
            <a:extLst>
              <a:ext uri="{FF2B5EF4-FFF2-40B4-BE49-F238E27FC236}">
                <a16:creationId xmlns:a16="http://schemas.microsoft.com/office/drawing/2014/main" id="{C1F61F2F-9D14-6964-D62A-D72E1218530A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8775" y="3611957"/>
            <a:ext cx="142211" cy="142211"/>
          </a:xfrm>
          <a:prstGeom prst="rect">
            <a:avLst/>
          </a:prstGeom>
        </p:spPr>
      </p:pic>
      <p:pic>
        <p:nvPicPr>
          <p:cNvPr id="31" name="!!pt11">
            <a:extLst>
              <a:ext uri="{FF2B5EF4-FFF2-40B4-BE49-F238E27FC236}">
                <a16:creationId xmlns:a16="http://schemas.microsoft.com/office/drawing/2014/main" id="{288982A2-4C9E-3736-F121-C1C1860E47FF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726" y="5702923"/>
            <a:ext cx="425909" cy="425909"/>
          </a:xfrm>
          <a:prstGeom prst="rect">
            <a:avLst/>
          </a:prstGeom>
        </p:spPr>
      </p:pic>
      <p:pic>
        <p:nvPicPr>
          <p:cNvPr id="29" name="!!pt10">
            <a:extLst>
              <a:ext uri="{FF2B5EF4-FFF2-40B4-BE49-F238E27FC236}">
                <a16:creationId xmlns:a16="http://schemas.microsoft.com/office/drawing/2014/main" id="{6987649B-E6D2-B0D9-34C6-969D74FA40D7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364" y="1880801"/>
            <a:ext cx="371825" cy="371825"/>
          </a:xfrm>
          <a:prstGeom prst="rect">
            <a:avLst/>
          </a:prstGeom>
        </p:spPr>
      </p:pic>
      <p:pic>
        <p:nvPicPr>
          <p:cNvPr id="27" name="!!pt9">
            <a:extLst>
              <a:ext uri="{FF2B5EF4-FFF2-40B4-BE49-F238E27FC236}">
                <a16:creationId xmlns:a16="http://schemas.microsoft.com/office/drawing/2014/main" id="{4B37756D-9006-91C5-A8AF-A3ED616A742B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119" y="3442518"/>
            <a:ext cx="309991" cy="309991"/>
          </a:xfrm>
          <a:prstGeom prst="rect">
            <a:avLst/>
          </a:prstGeom>
        </p:spPr>
      </p:pic>
      <p:pic>
        <p:nvPicPr>
          <p:cNvPr id="25" name="!!pt8">
            <a:extLst>
              <a:ext uri="{FF2B5EF4-FFF2-40B4-BE49-F238E27FC236}">
                <a16:creationId xmlns:a16="http://schemas.microsoft.com/office/drawing/2014/main" id="{AF366B14-9B67-F6EC-9CE2-8B517AAB3C18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495" y="4182483"/>
            <a:ext cx="256573" cy="256573"/>
          </a:xfrm>
          <a:prstGeom prst="rect">
            <a:avLst/>
          </a:prstGeom>
        </p:spPr>
      </p:pic>
      <p:pic>
        <p:nvPicPr>
          <p:cNvPr id="23" name="!!pt7">
            <a:extLst>
              <a:ext uri="{FF2B5EF4-FFF2-40B4-BE49-F238E27FC236}">
                <a16:creationId xmlns:a16="http://schemas.microsoft.com/office/drawing/2014/main" id="{FA658EFA-65A6-2A83-DF72-B56E7CD9417F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6663" y="5670148"/>
            <a:ext cx="207346" cy="207346"/>
          </a:xfrm>
          <a:prstGeom prst="rect">
            <a:avLst/>
          </a:prstGeom>
        </p:spPr>
      </p:pic>
      <p:pic>
        <p:nvPicPr>
          <p:cNvPr id="21" name="!!pt6">
            <a:extLst>
              <a:ext uri="{FF2B5EF4-FFF2-40B4-BE49-F238E27FC236}">
                <a16:creationId xmlns:a16="http://schemas.microsoft.com/office/drawing/2014/main" id="{6EF2B4FA-2D98-6A87-B195-3EAD3DB59170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186" y="600003"/>
            <a:ext cx="173709" cy="173709"/>
          </a:xfrm>
          <a:prstGeom prst="rect">
            <a:avLst/>
          </a:prstGeom>
        </p:spPr>
      </p:pic>
      <p:pic>
        <p:nvPicPr>
          <p:cNvPr id="19" name="!!pt5">
            <a:extLst>
              <a:ext uri="{FF2B5EF4-FFF2-40B4-BE49-F238E27FC236}">
                <a16:creationId xmlns:a16="http://schemas.microsoft.com/office/drawing/2014/main" id="{3AFDD166-BA0E-FA3A-FB24-BA9C1C80293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2930" y="3588021"/>
            <a:ext cx="405573" cy="405573"/>
          </a:xfrm>
          <a:prstGeom prst="rect">
            <a:avLst/>
          </a:prstGeom>
        </p:spPr>
      </p:pic>
      <p:pic>
        <p:nvPicPr>
          <p:cNvPr id="17" name="!!pt4">
            <a:extLst>
              <a:ext uri="{FF2B5EF4-FFF2-40B4-BE49-F238E27FC236}">
                <a16:creationId xmlns:a16="http://schemas.microsoft.com/office/drawing/2014/main" id="{F61AF512-3047-78C2-AD4E-A75AA1E8AE2A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9428" y="4258415"/>
            <a:ext cx="355470" cy="355470"/>
          </a:xfrm>
          <a:prstGeom prst="rect">
            <a:avLst/>
          </a:prstGeom>
        </p:spPr>
      </p:pic>
      <p:pic>
        <p:nvPicPr>
          <p:cNvPr id="15" name="!!pt3">
            <a:extLst>
              <a:ext uri="{FF2B5EF4-FFF2-40B4-BE49-F238E27FC236}">
                <a16:creationId xmlns:a16="http://schemas.microsoft.com/office/drawing/2014/main" id="{FF6E767C-54BB-9D95-A1BA-F0E49183842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100" y="2797547"/>
            <a:ext cx="312513" cy="312513"/>
          </a:xfrm>
          <a:prstGeom prst="rect">
            <a:avLst/>
          </a:prstGeom>
        </p:spPr>
      </p:pic>
      <p:pic>
        <p:nvPicPr>
          <p:cNvPr id="13" name="!!pt2">
            <a:extLst>
              <a:ext uri="{FF2B5EF4-FFF2-40B4-BE49-F238E27FC236}">
                <a16:creationId xmlns:a16="http://schemas.microsoft.com/office/drawing/2014/main" id="{2AD03C99-3EAC-F730-CA77-B581BE808619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3522" y="627299"/>
            <a:ext cx="282272" cy="282272"/>
          </a:xfrm>
          <a:prstGeom prst="rect">
            <a:avLst/>
          </a:prstGeom>
        </p:spPr>
      </p:pic>
      <p:pic>
        <p:nvPicPr>
          <p:cNvPr id="11" name="!!pt1">
            <a:extLst>
              <a:ext uri="{FF2B5EF4-FFF2-40B4-BE49-F238E27FC236}">
                <a16:creationId xmlns:a16="http://schemas.microsoft.com/office/drawing/2014/main" id="{AAA961E5-44B7-F1F0-23AA-6554E5841DE6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258" y="5968185"/>
            <a:ext cx="208052" cy="208052"/>
          </a:xfrm>
          <a:prstGeom prst="rect">
            <a:avLst/>
          </a:prstGeom>
        </p:spPr>
      </p:pic>
      <p:pic>
        <p:nvPicPr>
          <p:cNvPr id="9" name="!!pt0">
            <a:extLst>
              <a:ext uri="{FF2B5EF4-FFF2-40B4-BE49-F238E27FC236}">
                <a16:creationId xmlns:a16="http://schemas.microsoft.com/office/drawing/2014/main" id="{87F64368-8B71-4DF0-5FC7-90454ACDF2C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9862" y="2235810"/>
            <a:ext cx="128345" cy="128345"/>
          </a:xfrm>
          <a:prstGeom prst="rect">
            <a:avLst/>
          </a:prstGeom>
        </p:spPr>
      </p:pic>
      <p:sp>
        <p:nvSpPr>
          <p:cNvPr id="4" name="!!tint">
            <a:extLst>
              <a:ext uri="{FF2B5EF4-FFF2-40B4-BE49-F238E27FC236}">
                <a16:creationId xmlns:a16="http://schemas.microsoft.com/office/drawing/2014/main" id="{C3659B51-6B1E-1365-599B-DE3EB0443768}"/>
              </a:ext>
            </a:extLst>
          </p:cNvPr>
          <p:cNvSpPr/>
          <p:nvPr/>
        </p:nvSpPr>
        <p:spPr>
          <a:xfrm>
            <a:off x="2577198" y="-152400"/>
            <a:ext cx="9767203" cy="7162801"/>
          </a:xfrm>
          <a:custGeom>
            <a:avLst/>
            <a:gdLst/>
            <a:ahLst/>
            <a:cxnLst/>
            <a:rect l="0" t="0" r="0" b="0"/>
            <a:pathLst>
              <a:path w="9767203" h="7162801">
                <a:moveTo>
                  <a:pt x="0" y="0"/>
                </a:moveTo>
                <a:lnTo>
                  <a:pt x="45708" y="76200"/>
                </a:lnTo>
                <a:lnTo>
                  <a:pt x="90094" y="152400"/>
                </a:lnTo>
                <a:lnTo>
                  <a:pt x="133187" y="228600"/>
                </a:lnTo>
                <a:lnTo>
                  <a:pt x="175016" y="304800"/>
                </a:lnTo>
                <a:lnTo>
                  <a:pt x="215607" y="381000"/>
                </a:lnTo>
                <a:lnTo>
                  <a:pt x="254983" y="457200"/>
                </a:lnTo>
                <a:lnTo>
                  <a:pt x="293169" y="533400"/>
                </a:lnTo>
                <a:lnTo>
                  <a:pt x="330186" y="609600"/>
                </a:lnTo>
                <a:lnTo>
                  <a:pt x="366055" y="685800"/>
                </a:lnTo>
                <a:lnTo>
                  <a:pt x="400795" y="762000"/>
                </a:lnTo>
                <a:lnTo>
                  <a:pt x="434425" y="838200"/>
                </a:lnTo>
                <a:lnTo>
                  <a:pt x="466963" y="914400"/>
                </a:lnTo>
                <a:lnTo>
                  <a:pt x="498426" y="990600"/>
                </a:lnTo>
                <a:lnTo>
                  <a:pt x="528829" y="1066800"/>
                </a:lnTo>
                <a:lnTo>
                  <a:pt x="558188" y="1143000"/>
                </a:lnTo>
                <a:lnTo>
                  <a:pt x="586515" y="1219200"/>
                </a:lnTo>
                <a:lnTo>
                  <a:pt x="613826" y="1295400"/>
                </a:lnTo>
                <a:lnTo>
                  <a:pt x="640133" y="1371600"/>
                </a:lnTo>
                <a:lnTo>
                  <a:pt x="665448" y="1447800"/>
                </a:lnTo>
                <a:lnTo>
                  <a:pt x="689782" y="1524000"/>
                </a:lnTo>
                <a:lnTo>
                  <a:pt x="713146" y="1600200"/>
                </a:lnTo>
                <a:lnTo>
                  <a:pt x="735551" y="1676400"/>
                </a:lnTo>
                <a:lnTo>
                  <a:pt x="757005" y="1752600"/>
                </a:lnTo>
                <a:lnTo>
                  <a:pt x="777520" y="1828800"/>
                </a:lnTo>
                <a:lnTo>
                  <a:pt x="797102" y="1905000"/>
                </a:lnTo>
                <a:lnTo>
                  <a:pt x="815760" y="1981200"/>
                </a:lnTo>
                <a:lnTo>
                  <a:pt x="833503" y="2057400"/>
                </a:lnTo>
                <a:lnTo>
                  <a:pt x="850337" y="2133600"/>
                </a:lnTo>
                <a:lnTo>
                  <a:pt x="866268" y="2209800"/>
                </a:lnTo>
                <a:lnTo>
                  <a:pt x="881304" y="2286000"/>
                </a:lnTo>
                <a:lnTo>
                  <a:pt x="895450" y="2362200"/>
                </a:lnTo>
                <a:lnTo>
                  <a:pt x="908712" y="2438400"/>
                </a:lnTo>
                <a:lnTo>
                  <a:pt x="921094" y="2514600"/>
                </a:lnTo>
                <a:lnTo>
                  <a:pt x="932603" y="2590800"/>
                </a:lnTo>
                <a:lnTo>
                  <a:pt x="943242" y="2667000"/>
                </a:lnTo>
                <a:lnTo>
                  <a:pt x="953015" y="2743200"/>
                </a:lnTo>
                <a:lnTo>
                  <a:pt x="961926" y="2819400"/>
                </a:lnTo>
                <a:lnTo>
                  <a:pt x="969979" y="2895600"/>
                </a:lnTo>
                <a:lnTo>
                  <a:pt x="977175" y="2971800"/>
                </a:lnTo>
                <a:lnTo>
                  <a:pt x="983520" y="3048000"/>
                </a:lnTo>
                <a:lnTo>
                  <a:pt x="989013" y="3124200"/>
                </a:lnTo>
                <a:lnTo>
                  <a:pt x="993657" y="3200400"/>
                </a:lnTo>
                <a:lnTo>
                  <a:pt x="997456" y="3276600"/>
                </a:lnTo>
                <a:lnTo>
                  <a:pt x="1000408" y="3352800"/>
                </a:lnTo>
                <a:lnTo>
                  <a:pt x="1002516" y="3429000"/>
                </a:lnTo>
                <a:lnTo>
                  <a:pt x="1003781" y="3505200"/>
                </a:lnTo>
                <a:lnTo>
                  <a:pt x="1004202" y="3581400"/>
                </a:lnTo>
                <a:lnTo>
                  <a:pt x="1003781" y="3657600"/>
                </a:lnTo>
                <a:lnTo>
                  <a:pt x="1002516" y="3733800"/>
                </a:lnTo>
                <a:lnTo>
                  <a:pt x="1000408" y="3810000"/>
                </a:lnTo>
                <a:lnTo>
                  <a:pt x="997456" y="3886200"/>
                </a:lnTo>
                <a:lnTo>
                  <a:pt x="993657" y="3962400"/>
                </a:lnTo>
                <a:lnTo>
                  <a:pt x="989013" y="4038600"/>
                </a:lnTo>
                <a:lnTo>
                  <a:pt x="983520" y="4114800"/>
                </a:lnTo>
                <a:lnTo>
                  <a:pt x="977175" y="4191000"/>
                </a:lnTo>
                <a:lnTo>
                  <a:pt x="969979" y="4267200"/>
                </a:lnTo>
                <a:lnTo>
                  <a:pt x="961926" y="4343400"/>
                </a:lnTo>
                <a:lnTo>
                  <a:pt x="953015" y="4419600"/>
                </a:lnTo>
                <a:lnTo>
                  <a:pt x="943242" y="4495800"/>
                </a:lnTo>
                <a:lnTo>
                  <a:pt x="932603" y="4572000"/>
                </a:lnTo>
                <a:lnTo>
                  <a:pt x="921094" y="4648200"/>
                </a:lnTo>
                <a:lnTo>
                  <a:pt x="908712" y="4724400"/>
                </a:lnTo>
                <a:lnTo>
                  <a:pt x="895450" y="4800600"/>
                </a:lnTo>
                <a:lnTo>
                  <a:pt x="881304" y="4876800"/>
                </a:lnTo>
                <a:lnTo>
                  <a:pt x="866268" y="4953000"/>
                </a:lnTo>
                <a:lnTo>
                  <a:pt x="850337" y="5029200"/>
                </a:lnTo>
                <a:lnTo>
                  <a:pt x="833503" y="5105400"/>
                </a:lnTo>
                <a:lnTo>
                  <a:pt x="815760" y="5181600"/>
                </a:lnTo>
                <a:lnTo>
                  <a:pt x="797102" y="5257800"/>
                </a:lnTo>
                <a:lnTo>
                  <a:pt x="777520" y="5334000"/>
                </a:lnTo>
                <a:lnTo>
                  <a:pt x="757005" y="5410200"/>
                </a:lnTo>
                <a:lnTo>
                  <a:pt x="735551" y="5486400"/>
                </a:lnTo>
                <a:lnTo>
                  <a:pt x="713146" y="5562600"/>
                </a:lnTo>
                <a:lnTo>
                  <a:pt x="689782" y="5638800"/>
                </a:lnTo>
                <a:lnTo>
                  <a:pt x="665448" y="5715000"/>
                </a:lnTo>
                <a:lnTo>
                  <a:pt x="640133" y="5791200"/>
                </a:lnTo>
                <a:lnTo>
                  <a:pt x="613826" y="5867400"/>
                </a:lnTo>
                <a:lnTo>
                  <a:pt x="586515" y="5943600"/>
                </a:lnTo>
                <a:lnTo>
                  <a:pt x="558188" y="6019800"/>
                </a:lnTo>
                <a:lnTo>
                  <a:pt x="528829" y="6096000"/>
                </a:lnTo>
                <a:lnTo>
                  <a:pt x="498426" y="6172200"/>
                </a:lnTo>
                <a:lnTo>
                  <a:pt x="466963" y="6248400"/>
                </a:lnTo>
                <a:lnTo>
                  <a:pt x="434425" y="6324600"/>
                </a:lnTo>
                <a:lnTo>
                  <a:pt x="400795" y="6400800"/>
                </a:lnTo>
                <a:lnTo>
                  <a:pt x="366055" y="6477000"/>
                </a:lnTo>
                <a:lnTo>
                  <a:pt x="330186" y="6553200"/>
                </a:lnTo>
                <a:lnTo>
                  <a:pt x="293169" y="6629400"/>
                </a:lnTo>
                <a:lnTo>
                  <a:pt x="254983" y="6705600"/>
                </a:lnTo>
                <a:lnTo>
                  <a:pt x="215607" y="6781800"/>
                </a:lnTo>
                <a:lnTo>
                  <a:pt x="175016" y="6858000"/>
                </a:lnTo>
                <a:lnTo>
                  <a:pt x="133187" y="6934200"/>
                </a:lnTo>
                <a:lnTo>
                  <a:pt x="90094" y="7010400"/>
                </a:lnTo>
                <a:lnTo>
                  <a:pt x="45708" y="7086600"/>
                </a:lnTo>
                <a:lnTo>
                  <a:pt x="0" y="7162800"/>
                </a:lnTo>
                <a:lnTo>
                  <a:pt x="9767202" y="7162800"/>
                </a:lnTo>
                <a:lnTo>
                  <a:pt x="9767202" y="0"/>
                </a:lnTo>
                <a:close/>
              </a:path>
            </a:pathLst>
          </a:custGeom>
          <a:gradFill flip="none" rotWithShape="1">
            <a:gsLst>
              <a:gs pos="0">
                <a:srgbClr val="460006">
                  <a:alpha val="65000"/>
                </a:srgbClr>
              </a:gs>
              <a:gs pos="45000">
                <a:srgbClr val="6E040C">
                  <a:alpha val="40000"/>
                </a:srgbClr>
              </a:gs>
              <a:gs pos="100000">
                <a:srgbClr val="78060E">
                  <a:alpha val="15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!!ring">
            <a:extLst>
              <a:ext uri="{FF2B5EF4-FFF2-40B4-BE49-F238E27FC236}">
                <a16:creationId xmlns:a16="http://schemas.microsoft.com/office/drawing/2014/main" id="{F316C962-1C8F-B45A-7FFF-466D6715F5FC}"/>
              </a:ext>
            </a:extLst>
          </p:cNvPr>
          <p:cNvSpPr/>
          <p:nvPr/>
        </p:nvSpPr>
        <p:spPr>
          <a:xfrm rot="8400000">
            <a:off x="-10195560" y="-3459480"/>
            <a:ext cx="13776961" cy="13776960"/>
          </a:xfrm>
          <a:prstGeom prst="donut">
            <a:avLst>
              <a:gd name="adj" fmla="val 21847"/>
            </a:avLst>
          </a:prstGeom>
          <a:blipFill dpi="0" rotWithShape="1">
            <a:blip r:embed="rId6"/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7" name="!!wheel">
            <a:extLst>
              <a:ext uri="{FF2B5EF4-FFF2-40B4-BE49-F238E27FC236}">
                <a16:creationId xmlns:a16="http://schemas.microsoft.com/office/drawing/2014/main" id="{EFFC32A6-0F07-0EA0-71C3-569B3DA2035D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400000">
            <a:off x="-10195560" y="-3459480"/>
            <a:ext cx="13776961" cy="13776961"/>
          </a:xfrm>
          <a:prstGeom prst="rect">
            <a:avLst/>
          </a:prstGeom>
        </p:spPr>
      </p:pic>
      <p:sp>
        <p:nvSpPr>
          <p:cNvPr id="40" name="!!panel">
            <a:extLst>
              <a:ext uri="{FF2B5EF4-FFF2-40B4-BE49-F238E27FC236}">
                <a16:creationId xmlns:a16="http://schemas.microsoft.com/office/drawing/2014/main" id="{F0CE777E-2C56-60DA-ED5F-9E0489ABDE10}"/>
              </a:ext>
            </a:extLst>
          </p:cNvPr>
          <p:cNvSpPr/>
          <p:nvPr/>
        </p:nvSpPr>
        <p:spPr>
          <a:xfrm>
            <a:off x="7924800" y="0"/>
            <a:ext cx="4267200" cy="6858000"/>
          </a:xfrm>
          <a:prstGeom prst="rect">
            <a:avLst/>
          </a:prstGeom>
          <a:gradFill flip="none" rotWithShape="1">
            <a:gsLst>
              <a:gs pos="0">
                <a:srgbClr val="3C0006">
                  <a:alpha val="0"/>
                </a:srgbClr>
              </a:gs>
              <a:gs pos="55000">
                <a:srgbClr val="3C0006">
                  <a:alpha val="45000"/>
                </a:srgbClr>
              </a:gs>
              <a:gs pos="100000">
                <a:srgbClr val="280004">
                  <a:alpha val="75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1" name="cap_line707">
            <a:extLst>
              <a:ext uri="{FF2B5EF4-FFF2-40B4-BE49-F238E27FC236}">
                <a16:creationId xmlns:a16="http://schemas.microsoft.com/office/drawing/2014/main" id="{9D8E9D0C-739C-F5C0-F0FA-BC3AA6569695}"/>
              </a:ext>
            </a:extLst>
          </p:cNvPr>
          <p:cNvCxnSpPr/>
          <p:nvPr/>
        </p:nvCxnSpPr>
        <p:spPr>
          <a:xfrm>
            <a:off x="10607040" y="914400"/>
            <a:ext cx="0" cy="5029200"/>
          </a:xfrm>
          <a:prstGeom prst="line">
            <a:avLst/>
          </a:prstGeom>
          <a:ln w="12700" cap="flat" cmpd="sng" algn="ctr">
            <a:solidFill>
              <a:srgbClr val="E2B65C">
                <a:alpha val="8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ap_big707">
            <a:extLst>
              <a:ext uri="{FF2B5EF4-FFF2-40B4-BE49-F238E27FC236}">
                <a16:creationId xmlns:a16="http://schemas.microsoft.com/office/drawing/2014/main" id="{FDECE29F-5597-6D82-EB56-61028EDA6A75}"/>
              </a:ext>
            </a:extLst>
          </p:cNvPr>
          <p:cNvSpPr txBox="1"/>
          <p:nvPr/>
        </p:nvSpPr>
        <p:spPr>
          <a:xfrm>
            <a:off x="10744200" y="838200"/>
            <a:ext cx="1295400" cy="5181600"/>
          </a:xfrm>
          <a:prstGeom prst="rect">
            <a:avLst/>
          </a:prstGeom>
          <a:noFill/>
        </p:spPr>
        <p:txBody>
          <a:bodyPr vert="eaVert" wrap="square" lIns="0" tIns="0" rIns="0" bIns="0" rtlCol="0" anchor="ctr">
            <a:noAutofit/>
            <a:scene3d>
              <a:camera prst="orthographicFront"/>
              <a:lightRig rig="threePt" dir="t"/>
            </a:scene3d>
            <a:sp3d>
              <a:bevelT w="22479" h="13487"/>
            </a:sp3d>
          </a:bodyPr>
          <a:lstStyle/>
          <a:p>
            <a:pPr algn="ctr"/>
            <a:r>
              <a:rPr lang="zh-CN" altLang="en-US" sz="7080" spc="400">
                <a:gradFill flip="none" rotWithShape="1">
                  <a:gsLst>
                    <a:gs pos="0">
                      <a:srgbClr val="FFF8CE"/>
                    </a:gs>
                    <a:gs pos="28000">
                      <a:srgbClr val="F8D876"/>
                    </a:gs>
                    <a:gs pos="50000">
                      <a:srgbClr val="C78E2A"/>
                    </a:gs>
                    <a:gs pos="70000">
                      <a:srgbClr val="FCE69C"/>
                    </a:gs>
                    <a:gs pos="100000">
                      <a:srgbClr val="A66C18"/>
                    </a:gs>
                  </a:gsLst>
                  <a:lin ang="5400000" scaled="1"/>
                  <a:tileRect/>
                </a:gradFill>
                <a:effectLst>
                  <a:outerShdw blurRad="64226" dist="36022" dir="3378615" rotWithShape="0">
                    <a:srgbClr val="320004">
                      <a:alpha val="55000"/>
                    </a:srgb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薪火相传</a:t>
            </a:r>
          </a:p>
        </p:txBody>
      </p:sp>
      <p:sp>
        <p:nvSpPr>
          <p:cNvPr id="43" name="cap_small707">
            <a:extLst>
              <a:ext uri="{FF2B5EF4-FFF2-40B4-BE49-F238E27FC236}">
                <a16:creationId xmlns:a16="http://schemas.microsoft.com/office/drawing/2014/main" id="{5238C751-C6B4-197E-1BFE-DA9A9902EA91}"/>
              </a:ext>
            </a:extLst>
          </p:cNvPr>
          <p:cNvSpPr txBox="1"/>
          <p:nvPr/>
        </p:nvSpPr>
        <p:spPr>
          <a:xfrm>
            <a:off x="9906000" y="1143000"/>
            <a:ext cx="609600" cy="4572000"/>
          </a:xfrm>
          <a:prstGeom prst="rect">
            <a:avLst/>
          </a:prstGeom>
          <a:noFill/>
        </p:spPr>
        <p:txBody>
          <a:bodyPr vert="eaVert" wrap="square" lIns="0" tIns="0" rIns="0" bIns="0" rtlCol="0" anchor="ctr">
            <a:noAutofit/>
          </a:bodyPr>
          <a:lstStyle/>
          <a:p>
            <a:pPr algn="ctr"/>
            <a:r>
              <a:rPr lang="zh-CN" altLang="en-US" spc="600">
                <a:solidFill>
                  <a:srgbClr val="FAE6BE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赓续血脉 </a:t>
            </a:r>
            <a:r>
              <a:rPr lang="en-US" altLang="zh-CN" spc="600">
                <a:solidFill>
                  <a:srgbClr val="FAE6BE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· </a:t>
            </a:r>
            <a:r>
              <a:rPr lang="zh-CN" altLang="en-US" spc="600">
                <a:solidFill>
                  <a:srgbClr val="FAE6BE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传承精神</a:t>
            </a:r>
          </a:p>
        </p:txBody>
      </p:sp>
      <p:pic>
        <p:nvPicPr>
          <p:cNvPr id="45" name="cap_seal707">
            <a:extLst>
              <a:ext uri="{FF2B5EF4-FFF2-40B4-BE49-F238E27FC236}">
                <a16:creationId xmlns:a16="http://schemas.microsoft.com/office/drawing/2014/main" id="{E3E2591C-D0F2-4095-70E2-1B9F12FA6DE0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340" y="5844540"/>
            <a:ext cx="502920" cy="50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9294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02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base">
            <a:extLst>
              <a:ext uri="{FF2B5EF4-FFF2-40B4-BE49-F238E27FC236}">
                <a16:creationId xmlns:a16="http://schemas.microsoft.com/office/drawing/2014/main" id="{7C2A683E-216E-0CED-5D64-F528A1AF995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9" name="!!pt15">
            <a:extLst>
              <a:ext uri="{FF2B5EF4-FFF2-40B4-BE49-F238E27FC236}">
                <a16:creationId xmlns:a16="http://schemas.microsoft.com/office/drawing/2014/main" id="{B78CEEF1-FF1F-54AD-E97D-370227B7DC9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7631" y="4527891"/>
            <a:ext cx="287760" cy="287760"/>
          </a:xfrm>
          <a:prstGeom prst="rect">
            <a:avLst/>
          </a:prstGeom>
        </p:spPr>
      </p:pic>
      <p:pic>
        <p:nvPicPr>
          <p:cNvPr id="37" name="!!pt14">
            <a:extLst>
              <a:ext uri="{FF2B5EF4-FFF2-40B4-BE49-F238E27FC236}">
                <a16:creationId xmlns:a16="http://schemas.microsoft.com/office/drawing/2014/main" id="{D0E6379B-DA79-090A-9ACE-C9EE1B6F48F5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939" y="4893966"/>
            <a:ext cx="255135" cy="255135"/>
          </a:xfrm>
          <a:prstGeom prst="rect">
            <a:avLst/>
          </a:prstGeom>
        </p:spPr>
      </p:pic>
      <p:pic>
        <p:nvPicPr>
          <p:cNvPr id="35" name="!!pt13">
            <a:extLst>
              <a:ext uri="{FF2B5EF4-FFF2-40B4-BE49-F238E27FC236}">
                <a16:creationId xmlns:a16="http://schemas.microsoft.com/office/drawing/2014/main" id="{D286B46B-71C2-B511-5DA7-5FCD6923675A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135" y="3632699"/>
            <a:ext cx="215920" cy="215920"/>
          </a:xfrm>
          <a:prstGeom prst="rect">
            <a:avLst/>
          </a:prstGeom>
        </p:spPr>
      </p:pic>
      <p:pic>
        <p:nvPicPr>
          <p:cNvPr id="33" name="!!pt12">
            <a:extLst>
              <a:ext uri="{FF2B5EF4-FFF2-40B4-BE49-F238E27FC236}">
                <a16:creationId xmlns:a16="http://schemas.microsoft.com/office/drawing/2014/main" id="{E76A2D5B-3EEB-EA4B-3CE1-0084960C2F5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8380" y="3417999"/>
            <a:ext cx="159300" cy="159300"/>
          </a:xfrm>
          <a:prstGeom prst="rect">
            <a:avLst/>
          </a:prstGeom>
        </p:spPr>
      </p:pic>
      <p:pic>
        <p:nvPicPr>
          <p:cNvPr id="31" name="!!pt11">
            <a:extLst>
              <a:ext uri="{FF2B5EF4-FFF2-40B4-BE49-F238E27FC236}">
                <a16:creationId xmlns:a16="http://schemas.microsoft.com/office/drawing/2014/main" id="{0C29D625-A3CB-2873-35A6-2B08F08579C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6631" y="755395"/>
            <a:ext cx="387047" cy="387047"/>
          </a:xfrm>
          <a:prstGeom prst="rect">
            <a:avLst/>
          </a:prstGeom>
        </p:spPr>
      </p:pic>
      <p:pic>
        <p:nvPicPr>
          <p:cNvPr id="29" name="!!pt10">
            <a:extLst>
              <a:ext uri="{FF2B5EF4-FFF2-40B4-BE49-F238E27FC236}">
                <a16:creationId xmlns:a16="http://schemas.microsoft.com/office/drawing/2014/main" id="{81CAA0E7-3D6F-3C00-8DA6-CEB5316A68F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7994" y="562308"/>
            <a:ext cx="348806" cy="348806"/>
          </a:xfrm>
          <a:prstGeom prst="rect">
            <a:avLst/>
          </a:prstGeom>
        </p:spPr>
      </p:pic>
      <p:pic>
        <p:nvPicPr>
          <p:cNvPr id="27" name="!!pt9">
            <a:extLst>
              <a:ext uri="{FF2B5EF4-FFF2-40B4-BE49-F238E27FC236}">
                <a16:creationId xmlns:a16="http://schemas.microsoft.com/office/drawing/2014/main" id="{5219D242-13BC-00FD-7365-8B351E51EDB3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5385" y="6070955"/>
            <a:ext cx="322200" cy="322200"/>
          </a:xfrm>
          <a:prstGeom prst="rect">
            <a:avLst/>
          </a:prstGeom>
        </p:spPr>
      </p:pic>
      <p:pic>
        <p:nvPicPr>
          <p:cNvPr id="25" name="!!pt8">
            <a:extLst>
              <a:ext uri="{FF2B5EF4-FFF2-40B4-BE49-F238E27FC236}">
                <a16:creationId xmlns:a16="http://schemas.microsoft.com/office/drawing/2014/main" id="{889CFA82-C94D-FD21-0353-248DF08DD96B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566" y="1478663"/>
            <a:ext cx="255417" cy="255417"/>
          </a:xfrm>
          <a:prstGeom prst="rect">
            <a:avLst/>
          </a:prstGeom>
        </p:spPr>
      </p:pic>
      <p:pic>
        <p:nvPicPr>
          <p:cNvPr id="23" name="!!pt7">
            <a:extLst>
              <a:ext uri="{FF2B5EF4-FFF2-40B4-BE49-F238E27FC236}">
                <a16:creationId xmlns:a16="http://schemas.microsoft.com/office/drawing/2014/main" id="{D2FDC428-594F-54BF-5039-871780F236F2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7694" y="5181327"/>
            <a:ext cx="211336" cy="211336"/>
          </a:xfrm>
          <a:prstGeom prst="rect">
            <a:avLst/>
          </a:prstGeom>
        </p:spPr>
      </p:pic>
      <p:pic>
        <p:nvPicPr>
          <p:cNvPr id="21" name="!!pt6">
            <a:extLst>
              <a:ext uri="{FF2B5EF4-FFF2-40B4-BE49-F238E27FC236}">
                <a16:creationId xmlns:a16="http://schemas.microsoft.com/office/drawing/2014/main" id="{3BAEA98F-0E0C-26A5-E4F7-A703E168500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6132" y="4801570"/>
            <a:ext cx="182727" cy="182727"/>
          </a:xfrm>
          <a:prstGeom prst="rect">
            <a:avLst/>
          </a:prstGeom>
        </p:spPr>
      </p:pic>
      <p:pic>
        <p:nvPicPr>
          <p:cNvPr id="19" name="!!pt5">
            <a:extLst>
              <a:ext uri="{FF2B5EF4-FFF2-40B4-BE49-F238E27FC236}">
                <a16:creationId xmlns:a16="http://schemas.microsoft.com/office/drawing/2014/main" id="{C0851FB5-D013-4A6E-00C6-D121C3B9CA19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7999" y="6451677"/>
            <a:ext cx="361420" cy="361420"/>
          </a:xfrm>
          <a:prstGeom prst="rect">
            <a:avLst/>
          </a:prstGeom>
        </p:spPr>
      </p:pic>
      <p:pic>
        <p:nvPicPr>
          <p:cNvPr id="17" name="!!pt4">
            <a:extLst>
              <a:ext uri="{FF2B5EF4-FFF2-40B4-BE49-F238E27FC236}">
                <a16:creationId xmlns:a16="http://schemas.microsoft.com/office/drawing/2014/main" id="{DA4EA78B-3284-D141-87A2-7DDACEFAA7A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0194" y="1676865"/>
            <a:ext cx="382013" cy="382013"/>
          </a:xfrm>
          <a:prstGeom prst="rect">
            <a:avLst/>
          </a:prstGeom>
        </p:spPr>
      </p:pic>
      <p:pic>
        <p:nvPicPr>
          <p:cNvPr id="15" name="!!pt3">
            <a:extLst>
              <a:ext uri="{FF2B5EF4-FFF2-40B4-BE49-F238E27FC236}">
                <a16:creationId xmlns:a16="http://schemas.microsoft.com/office/drawing/2014/main" id="{97ADD8C3-EB91-7C99-4644-C997B0629DFA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779" y="149557"/>
            <a:ext cx="269369" cy="269369"/>
          </a:xfrm>
          <a:prstGeom prst="rect">
            <a:avLst/>
          </a:prstGeom>
        </p:spPr>
      </p:pic>
      <p:pic>
        <p:nvPicPr>
          <p:cNvPr id="13" name="!!pt2">
            <a:extLst>
              <a:ext uri="{FF2B5EF4-FFF2-40B4-BE49-F238E27FC236}">
                <a16:creationId xmlns:a16="http://schemas.microsoft.com/office/drawing/2014/main" id="{E85EA408-3E26-D29B-C916-FE98370E91B6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5457" y="5247895"/>
            <a:ext cx="237107" cy="237107"/>
          </a:xfrm>
          <a:prstGeom prst="rect">
            <a:avLst/>
          </a:prstGeom>
        </p:spPr>
      </p:pic>
      <p:pic>
        <p:nvPicPr>
          <p:cNvPr id="11" name="!!pt1">
            <a:extLst>
              <a:ext uri="{FF2B5EF4-FFF2-40B4-BE49-F238E27FC236}">
                <a16:creationId xmlns:a16="http://schemas.microsoft.com/office/drawing/2014/main" id="{F75BE05A-E56A-1BBE-0051-B3145E55A3E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5422" y="2284142"/>
            <a:ext cx="244165" cy="244165"/>
          </a:xfrm>
          <a:prstGeom prst="rect">
            <a:avLst/>
          </a:prstGeom>
        </p:spPr>
      </p:pic>
      <p:pic>
        <p:nvPicPr>
          <p:cNvPr id="9" name="!!pt0">
            <a:extLst>
              <a:ext uri="{FF2B5EF4-FFF2-40B4-BE49-F238E27FC236}">
                <a16:creationId xmlns:a16="http://schemas.microsoft.com/office/drawing/2014/main" id="{AE75A55F-9B96-A435-FC19-29B1CD1A99E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6966" y="4865366"/>
            <a:ext cx="154766" cy="154766"/>
          </a:xfrm>
          <a:prstGeom prst="rect">
            <a:avLst/>
          </a:prstGeom>
        </p:spPr>
      </p:pic>
      <p:sp>
        <p:nvSpPr>
          <p:cNvPr id="4" name="!!tint">
            <a:extLst>
              <a:ext uri="{FF2B5EF4-FFF2-40B4-BE49-F238E27FC236}">
                <a16:creationId xmlns:a16="http://schemas.microsoft.com/office/drawing/2014/main" id="{9D27A86B-0732-3E9B-8387-91712F997B19}"/>
              </a:ext>
            </a:extLst>
          </p:cNvPr>
          <p:cNvSpPr/>
          <p:nvPr/>
        </p:nvSpPr>
        <p:spPr>
          <a:xfrm>
            <a:off x="2577198" y="-152400"/>
            <a:ext cx="9767203" cy="7162801"/>
          </a:xfrm>
          <a:custGeom>
            <a:avLst/>
            <a:gdLst/>
            <a:ahLst/>
            <a:cxnLst/>
            <a:rect l="0" t="0" r="0" b="0"/>
            <a:pathLst>
              <a:path w="9767203" h="7162801">
                <a:moveTo>
                  <a:pt x="0" y="0"/>
                </a:moveTo>
                <a:lnTo>
                  <a:pt x="45708" y="76200"/>
                </a:lnTo>
                <a:lnTo>
                  <a:pt x="90094" y="152400"/>
                </a:lnTo>
                <a:lnTo>
                  <a:pt x="133187" y="228600"/>
                </a:lnTo>
                <a:lnTo>
                  <a:pt x="175016" y="304800"/>
                </a:lnTo>
                <a:lnTo>
                  <a:pt x="215607" y="381000"/>
                </a:lnTo>
                <a:lnTo>
                  <a:pt x="254983" y="457200"/>
                </a:lnTo>
                <a:lnTo>
                  <a:pt x="293169" y="533400"/>
                </a:lnTo>
                <a:lnTo>
                  <a:pt x="330186" y="609600"/>
                </a:lnTo>
                <a:lnTo>
                  <a:pt x="366055" y="685800"/>
                </a:lnTo>
                <a:lnTo>
                  <a:pt x="400795" y="762000"/>
                </a:lnTo>
                <a:lnTo>
                  <a:pt x="434425" y="838200"/>
                </a:lnTo>
                <a:lnTo>
                  <a:pt x="466963" y="914400"/>
                </a:lnTo>
                <a:lnTo>
                  <a:pt x="498426" y="990600"/>
                </a:lnTo>
                <a:lnTo>
                  <a:pt x="528829" y="1066800"/>
                </a:lnTo>
                <a:lnTo>
                  <a:pt x="558188" y="1143000"/>
                </a:lnTo>
                <a:lnTo>
                  <a:pt x="586515" y="1219200"/>
                </a:lnTo>
                <a:lnTo>
                  <a:pt x="613826" y="1295400"/>
                </a:lnTo>
                <a:lnTo>
                  <a:pt x="640133" y="1371600"/>
                </a:lnTo>
                <a:lnTo>
                  <a:pt x="665448" y="1447800"/>
                </a:lnTo>
                <a:lnTo>
                  <a:pt x="689782" y="1524000"/>
                </a:lnTo>
                <a:lnTo>
                  <a:pt x="713146" y="1600200"/>
                </a:lnTo>
                <a:lnTo>
                  <a:pt x="735551" y="1676400"/>
                </a:lnTo>
                <a:lnTo>
                  <a:pt x="757005" y="1752600"/>
                </a:lnTo>
                <a:lnTo>
                  <a:pt x="777520" y="1828800"/>
                </a:lnTo>
                <a:lnTo>
                  <a:pt x="797102" y="1905000"/>
                </a:lnTo>
                <a:lnTo>
                  <a:pt x="815760" y="1981200"/>
                </a:lnTo>
                <a:lnTo>
                  <a:pt x="833503" y="2057400"/>
                </a:lnTo>
                <a:lnTo>
                  <a:pt x="850337" y="2133600"/>
                </a:lnTo>
                <a:lnTo>
                  <a:pt x="866268" y="2209800"/>
                </a:lnTo>
                <a:lnTo>
                  <a:pt x="881304" y="2286000"/>
                </a:lnTo>
                <a:lnTo>
                  <a:pt x="895450" y="2362200"/>
                </a:lnTo>
                <a:lnTo>
                  <a:pt x="908712" y="2438400"/>
                </a:lnTo>
                <a:lnTo>
                  <a:pt x="921094" y="2514600"/>
                </a:lnTo>
                <a:lnTo>
                  <a:pt x="932603" y="2590800"/>
                </a:lnTo>
                <a:lnTo>
                  <a:pt x="943242" y="2667000"/>
                </a:lnTo>
                <a:lnTo>
                  <a:pt x="953015" y="2743200"/>
                </a:lnTo>
                <a:lnTo>
                  <a:pt x="961926" y="2819400"/>
                </a:lnTo>
                <a:lnTo>
                  <a:pt x="969979" y="2895600"/>
                </a:lnTo>
                <a:lnTo>
                  <a:pt x="977175" y="2971800"/>
                </a:lnTo>
                <a:lnTo>
                  <a:pt x="983520" y="3048000"/>
                </a:lnTo>
                <a:lnTo>
                  <a:pt x="989013" y="3124200"/>
                </a:lnTo>
                <a:lnTo>
                  <a:pt x="993657" y="3200400"/>
                </a:lnTo>
                <a:lnTo>
                  <a:pt x="997456" y="3276600"/>
                </a:lnTo>
                <a:lnTo>
                  <a:pt x="1000408" y="3352800"/>
                </a:lnTo>
                <a:lnTo>
                  <a:pt x="1002516" y="3429000"/>
                </a:lnTo>
                <a:lnTo>
                  <a:pt x="1003781" y="3505200"/>
                </a:lnTo>
                <a:lnTo>
                  <a:pt x="1004202" y="3581400"/>
                </a:lnTo>
                <a:lnTo>
                  <a:pt x="1003781" y="3657600"/>
                </a:lnTo>
                <a:lnTo>
                  <a:pt x="1002516" y="3733800"/>
                </a:lnTo>
                <a:lnTo>
                  <a:pt x="1000408" y="3810000"/>
                </a:lnTo>
                <a:lnTo>
                  <a:pt x="997456" y="3886200"/>
                </a:lnTo>
                <a:lnTo>
                  <a:pt x="993657" y="3962400"/>
                </a:lnTo>
                <a:lnTo>
                  <a:pt x="989013" y="4038600"/>
                </a:lnTo>
                <a:lnTo>
                  <a:pt x="983520" y="4114800"/>
                </a:lnTo>
                <a:lnTo>
                  <a:pt x="977175" y="4191000"/>
                </a:lnTo>
                <a:lnTo>
                  <a:pt x="969979" y="4267200"/>
                </a:lnTo>
                <a:lnTo>
                  <a:pt x="961926" y="4343400"/>
                </a:lnTo>
                <a:lnTo>
                  <a:pt x="953015" y="4419600"/>
                </a:lnTo>
                <a:lnTo>
                  <a:pt x="943242" y="4495800"/>
                </a:lnTo>
                <a:lnTo>
                  <a:pt x="932603" y="4572000"/>
                </a:lnTo>
                <a:lnTo>
                  <a:pt x="921094" y="4648200"/>
                </a:lnTo>
                <a:lnTo>
                  <a:pt x="908712" y="4724400"/>
                </a:lnTo>
                <a:lnTo>
                  <a:pt x="895450" y="4800600"/>
                </a:lnTo>
                <a:lnTo>
                  <a:pt x="881304" y="4876800"/>
                </a:lnTo>
                <a:lnTo>
                  <a:pt x="866268" y="4953000"/>
                </a:lnTo>
                <a:lnTo>
                  <a:pt x="850337" y="5029200"/>
                </a:lnTo>
                <a:lnTo>
                  <a:pt x="833503" y="5105400"/>
                </a:lnTo>
                <a:lnTo>
                  <a:pt x="815760" y="5181600"/>
                </a:lnTo>
                <a:lnTo>
                  <a:pt x="797102" y="5257800"/>
                </a:lnTo>
                <a:lnTo>
                  <a:pt x="777520" y="5334000"/>
                </a:lnTo>
                <a:lnTo>
                  <a:pt x="757005" y="5410200"/>
                </a:lnTo>
                <a:lnTo>
                  <a:pt x="735551" y="5486400"/>
                </a:lnTo>
                <a:lnTo>
                  <a:pt x="713146" y="5562600"/>
                </a:lnTo>
                <a:lnTo>
                  <a:pt x="689782" y="5638800"/>
                </a:lnTo>
                <a:lnTo>
                  <a:pt x="665448" y="5715000"/>
                </a:lnTo>
                <a:lnTo>
                  <a:pt x="640133" y="5791200"/>
                </a:lnTo>
                <a:lnTo>
                  <a:pt x="613826" y="5867400"/>
                </a:lnTo>
                <a:lnTo>
                  <a:pt x="586515" y="5943600"/>
                </a:lnTo>
                <a:lnTo>
                  <a:pt x="558188" y="6019800"/>
                </a:lnTo>
                <a:lnTo>
                  <a:pt x="528829" y="6096000"/>
                </a:lnTo>
                <a:lnTo>
                  <a:pt x="498426" y="6172200"/>
                </a:lnTo>
                <a:lnTo>
                  <a:pt x="466963" y="6248400"/>
                </a:lnTo>
                <a:lnTo>
                  <a:pt x="434425" y="6324600"/>
                </a:lnTo>
                <a:lnTo>
                  <a:pt x="400795" y="6400800"/>
                </a:lnTo>
                <a:lnTo>
                  <a:pt x="366055" y="6477000"/>
                </a:lnTo>
                <a:lnTo>
                  <a:pt x="330186" y="6553200"/>
                </a:lnTo>
                <a:lnTo>
                  <a:pt x="293169" y="6629400"/>
                </a:lnTo>
                <a:lnTo>
                  <a:pt x="254983" y="6705600"/>
                </a:lnTo>
                <a:lnTo>
                  <a:pt x="215607" y="6781800"/>
                </a:lnTo>
                <a:lnTo>
                  <a:pt x="175016" y="6858000"/>
                </a:lnTo>
                <a:lnTo>
                  <a:pt x="133187" y="6934200"/>
                </a:lnTo>
                <a:lnTo>
                  <a:pt x="90094" y="7010400"/>
                </a:lnTo>
                <a:lnTo>
                  <a:pt x="45708" y="7086600"/>
                </a:lnTo>
                <a:lnTo>
                  <a:pt x="0" y="7162800"/>
                </a:lnTo>
                <a:lnTo>
                  <a:pt x="9767202" y="7162800"/>
                </a:lnTo>
                <a:lnTo>
                  <a:pt x="9767202" y="0"/>
                </a:lnTo>
                <a:close/>
              </a:path>
            </a:pathLst>
          </a:custGeom>
          <a:gradFill flip="none" rotWithShape="1">
            <a:gsLst>
              <a:gs pos="0">
                <a:srgbClr val="460006">
                  <a:alpha val="65000"/>
                </a:srgbClr>
              </a:gs>
              <a:gs pos="45000">
                <a:srgbClr val="6E040C">
                  <a:alpha val="40000"/>
                </a:srgbClr>
              </a:gs>
              <a:gs pos="100000">
                <a:srgbClr val="78060E">
                  <a:alpha val="15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!!ring">
            <a:extLst>
              <a:ext uri="{FF2B5EF4-FFF2-40B4-BE49-F238E27FC236}">
                <a16:creationId xmlns:a16="http://schemas.microsoft.com/office/drawing/2014/main" id="{E8B6B6DD-4EA5-8B28-790D-3EB870162622}"/>
              </a:ext>
            </a:extLst>
          </p:cNvPr>
          <p:cNvSpPr/>
          <p:nvPr/>
        </p:nvSpPr>
        <p:spPr>
          <a:xfrm rot="10800000">
            <a:off x="-10195560" y="-3459480"/>
            <a:ext cx="13776961" cy="13776960"/>
          </a:xfrm>
          <a:prstGeom prst="donut">
            <a:avLst>
              <a:gd name="adj" fmla="val 21847"/>
            </a:avLst>
          </a:prstGeom>
          <a:blipFill dpi="0" rotWithShape="1">
            <a:blip r:embed="rId6"/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7" name="!!wheel">
            <a:extLst>
              <a:ext uri="{FF2B5EF4-FFF2-40B4-BE49-F238E27FC236}">
                <a16:creationId xmlns:a16="http://schemas.microsoft.com/office/drawing/2014/main" id="{BC5B4F1D-99E0-D101-4247-80E22709FD02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10195560" y="-3459480"/>
            <a:ext cx="13776961" cy="13776961"/>
          </a:xfrm>
          <a:prstGeom prst="rect">
            <a:avLst/>
          </a:prstGeom>
        </p:spPr>
      </p:pic>
      <p:sp>
        <p:nvSpPr>
          <p:cNvPr id="40" name="!!panel">
            <a:extLst>
              <a:ext uri="{FF2B5EF4-FFF2-40B4-BE49-F238E27FC236}">
                <a16:creationId xmlns:a16="http://schemas.microsoft.com/office/drawing/2014/main" id="{5EBCAEA9-4EC7-90D7-5407-819F80F499F9}"/>
              </a:ext>
            </a:extLst>
          </p:cNvPr>
          <p:cNvSpPr/>
          <p:nvPr/>
        </p:nvSpPr>
        <p:spPr>
          <a:xfrm>
            <a:off x="7924800" y="0"/>
            <a:ext cx="4267200" cy="6858000"/>
          </a:xfrm>
          <a:prstGeom prst="rect">
            <a:avLst/>
          </a:prstGeom>
          <a:gradFill flip="none" rotWithShape="1">
            <a:gsLst>
              <a:gs pos="0">
                <a:srgbClr val="3C0006">
                  <a:alpha val="0"/>
                </a:srgbClr>
              </a:gs>
              <a:gs pos="55000">
                <a:srgbClr val="3C0006">
                  <a:alpha val="45000"/>
                </a:srgbClr>
              </a:gs>
              <a:gs pos="100000">
                <a:srgbClr val="280004">
                  <a:alpha val="75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1" name="cap_line808">
            <a:extLst>
              <a:ext uri="{FF2B5EF4-FFF2-40B4-BE49-F238E27FC236}">
                <a16:creationId xmlns:a16="http://schemas.microsoft.com/office/drawing/2014/main" id="{BE04DB43-EAE3-475E-0D33-1A8985E63B8D}"/>
              </a:ext>
            </a:extLst>
          </p:cNvPr>
          <p:cNvCxnSpPr/>
          <p:nvPr/>
        </p:nvCxnSpPr>
        <p:spPr>
          <a:xfrm>
            <a:off x="10607040" y="914400"/>
            <a:ext cx="0" cy="5029200"/>
          </a:xfrm>
          <a:prstGeom prst="line">
            <a:avLst/>
          </a:prstGeom>
          <a:ln w="12700" cap="flat" cmpd="sng" algn="ctr">
            <a:solidFill>
              <a:srgbClr val="E2B65C">
                <a:alpha val="8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ap_big808">
            <a:extLst>
              <a:ext uri="{FF2B5EF4-FFF2-40B4-BE49-F238E27FC236}">
                <a16:creationId xmlns:a16="http://schemas.microsoft.com/office/drawing/2014/main" id="{3A7AE3DF-44F5-3DA2-907E-E2778F84A699}"/>
              </a:ext>
            </a:extLst>
          </p:cNvPr>
          <p:cNvSpPr txBox="1"/>
          <p:nvPr/>
        </p:nvSpPr>
        <p:spPr>
          <a:xfrm>
            <a:off x="10744200" y="838200"/>
            <a:ext cx="1295400" cy="5181600"/>
          </a:xfrm>
          <a:prstGeom prst="rect">
            <a:avLst/>
          </a:prstGeom>
          <a:noFill/>
        </p:spPr>
        <p:txBody>
          <a:bodyPr vert="eaVert" wrap="square" lIns="0" tIns="0" rIns="0" bIns="0" rtlCol="0" anchor="ctr">
            <a:noAutofit/>
            <a:scene3d>
              <a:camera prst="orthographicFront"/>
              <a:lightRig rig="threePt" dir="t"/>
            </a:scene3d>
            <a:sp3d>
              <a:bevelT w="22479" h="13487"/>
            </a:sp3d>
          </a:bodyPr>
          <a:lstStyle/>
          <a:p>
            <a:pPr algn="ctr"/>
            <a:r>
              <a:rPr lang="zh-CN" altLang="en-US" sz="7080" spc="400">
                <a:gradFill flip="none" rotWithShape="1">
                  <a:gsLst>
                    <a:gs pos="0">
                      <a:srgbClr val="FFF8CE"/>
                    </a:gs>
                    <a:gs pos="28000">
                      <a:srgbClr val="F8D876"/>
                    </a:gs>
                    <a:gs pos="50000">
                      <a:srgbClr val="C78E2A"/>
                    </a:gs>
                    <a:gs pos="70000">
                      <a:srgbClr val="FCE69C"/>
                    </a:gs>
                    <a:gs pos="100000">
                      <a:srgbClr val="A66C18"/>
                    </a:gs>
                  </a:gsLst>
                  <a:lin ang="5400000" scaled="1"/>
                  <a:tileRect/>
                </a:gradFill>
                <a:effectLst>
                  <a:outerShdw blurRad="64226" dist="36022" dir="3378615" rotWithShape="0">
                    <a:srgbClr val="320004">
                      <a:alpha val="55000"/>
                    </a:srgb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红旗漫卷</a:t>
            </a:r>
          </a:p>
        </p:txBody>
      </p:sp>
      <p:sp>
        <p:nvSpPr>
          <p:cNvPr id="43" name="cap_small808">
            <a:extLst>
              <a:ext uri="{FF2B5EF4-FFF2-40B4-BE49-F238E27FC236}">
                <a16:creationId xmlns:a16="http://schemas.microsoft.com/office/drawing/2014/main" id="{7DE0D263-7596-AFC9-0CFD-30AE5920E3C5}"/>
              </a:ext>
            </a:extLst>
          </p:cNvPr>
          <p:cNvSpPr txBox="1"/>
          <p:nvPr/>
        </p:nvSpPr>
        <p:spPr>
          <a:xfrm>
            <a:off x="9906000" y="1143000"/>
            <a:ext cx="609600" cy="4572000"/>
          </a:xfrm>
          <a:prstGeom prst="rect">
            <a:avLst/>
          </a:prstGeom>
          <a:noFill/>
        </p:spPr>
        <p:txBody>
          <a:bodyPr vert="eaVert" wrap="square" lIns="0" tIns="0" rIns="0" bIns="0" rtlCol="0" anchor="ctr">
            <a:noAutofit/>
          </a:bodyPr>
          <a:lstStyle/>
          <a:p>
            <a:pPr algn="ctr"/>
            <a:r>
              <a:rPr lang="zh-CN" altLang="en-US" spc="600">
                <a:solidFill>
                  <a:srgbClr val="FAE6BE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山河锦绣 </a:t>
            </a:r>
            <a:r>
              <a:rPr lang="en-US" altLang="zh-CN" spc="600">
                <a:solidFill>
                  <a:srgbClr val="FAE6BE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· </a:t>
            </a:r>
            <a:r>
              <a:rPr lang="zh-CN" altLang="en-US" spc="600">
                <a:solidFill>
                  <a:srgbClr val="FAE6BE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国泰民安</a:t>
            </a:r>
          </a:p>
        </p:txBody>
      </p:sp>
      <p:pic>
        <p:nvPicPr>
          <p:cNvPr id="45" name="cap_seal808">
            <a:extLst>
              <a:ext uri="{FF2B5EF4-FFF2-40B4-BE49-F238E27FC236}">
                <a16:creationId xmlns:a16="http://schemas.microsoft.com/office/drawing/2014/main" id="{28F6CA5E-3FA1-4AE1-2EB7-2841901A4BED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340" y="5844540"/>
            <a:ext cx="502920" cy="50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3019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02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base">
            <a:extLst>
              <a:ext uri="{FF2B5EF4-FFF2-40B4-BE49-F238E27FC236}">
                <a16:creationId xmlns:a16="http://schemas.microsoft.com/office/drawing/2014/main" id="{A42A2E41-D409-9385-1162-B37605F63B9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9" name="!!pt15">
            <a:extLst>
              <a:ext uri="{FF2B5EF4-FFF2-40B4-BE49-F238E27FC236}">
                <a16:creationId xmlns:a16="http://schemas.microsoft.com/office/drawing/2014/main" id="{C754455A-CEB4-0664-72DF-74529F483D9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0918" y="2080579"/>
            <a:ext cx="339128" cy="339128"/>
          </a:xfrm>
          <a:prstGeom prst="rect">
            <a:avLst/>
          </a:prstGeom>
        </p:spPr>
      </p:pic>
      <p:pic>
        <p:nvPicPr>
          <p:cNvPr id="37" name="!!pt14">
            <a:extLst>
              <a:ext uri="{FF2B5EF4-FFF2-40B4-BE49-F238E27FC236}">
                <a16:creationId xmlns:a16="http://schemas.microsoft.com/office/drawing/2014/main" id="{E49B43B0-FF3D-0F02-23F6-812187D58730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083" y="513786"/>
            <a:ext cx="282240" cy="282240"/>
          </a:xfrm>
          <a:prstGeom prst="rect">
            <a:avLst/>
          </a:prstGeom>
        </p:spPr>
      </p:pic>
      <p:pic>
        <p:nvPicPr>
          <p:cNvPr id="35" name="!!pt13">
            <a:extLst>
              <a:ext uri="{FF2B5EF4-FFF2-40B4-BE49-F238E27FC236}">
                <a16:creationId xmlns:a16="http://schemas.microsoft.com/office/drawing/2014/main" id="{3AB02B55-478A-3EBA-DE9A-ED2C2D8ACE4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6125" y="1196000"/>
            <a:ext cx="237548" cy="237548"/>
          </a:xfrm>
          <a:prstGeom prst="rect">
            <a:avLst/>
          </a:prstGeom>
        </p:spPr>
      </p:pic>
      <p:pic>
        <p:nvPicPr>
          <p:cNvPr id="33" name="!!pt12">
            <a:extLst>
              <a:ext uri="{FF2B5EF4-FFF2-40B4-BE49-F238E27FC236}">
                <a16:creationId xmlns:a16="http://schemas.microsoft.com/office/drawing/2014/main" id="{480D1F94-E9FD-3C6F-0989-65126C4F98F4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770" y="73080"/>
            <a:ext cx="176457" cy="176457"/>
          </a:xfrm>
          <a:prstGeom prst="rect">
            <a:avLst/>
          </a:prstGeom>
        </p:spPr>
      </p:pic>
      <p:pic>
        <p:nvPicPr>
          <p:cNvPr id="31" name="!!pt11">
            <a:extLst>
              <a:ext uri="{FF2B5EF4-FFF2-40B4-BE49-F238E27FC236}">
                <a16:creationId xmlns:a16="http://schemas.microsoft.com/office/drawing/2014/main" id="{A33BDE9A-669A-01B8-3587-D2CE820258BA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3719" y="1713540"/>
            <a:ext cx="399315" cy="399315"/>
          </a:xfrm>
          <a:prstGeom prst="rect">
            <a:avLst/>
          </a:prstGeom>
        </p:spPr>
      </p:pic>
      <p:pic>
        <p:nvPicPr>
          <p:cNvPr id="29" name="!!pt10">
            <a:extLst>
              <a:ext uri="{FF2B5EF4-FFF2-40B4-BE49-F238E27FC236}">
                <a16:creationId xmlns:a16="http://schemas.microsoft.com/office/drawing/2014/main" id="{19BFA335-4768-2521-8E84-D4EEF6B2E62F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0101" y="5227031"/>
            <a:ext cx="325164" cy="325164"/>
          </a:xfrm>
          <a:prstGeom prst="rect">
            <a:avLst/>
          </a:prstGeom>
        </p:spPr>
      </p:pic>
      <p:pic>
        <p:nvPicPr>
          <p:cNvPr id="27" name="!!pt9">
            <a:extLst>
              <a:ext uri="{FF2B5EF4-FFF2-40B4-BE49-F238E27FC236}">
                <a16:creationId xmlns:a16="http://schemas.microsoft.com/office/drawing/2014/main" id="{D1339023-F703-7505-89D5-B3AFB327C258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845" y="-85557"/>
            <a:ext cx="311158" cy="311158"/>
          </a:xfrm>
          <a:prstGeom prst="rect">
            <a:avLst/>
          </a:prstGeom>
        </p:spPr>
      </p:pic>
      <p:pic>
        <p:nvPicPr>
          <p:cNvPr id="25" name="!!pt8">
            <a:extLst>
              <a:ext uri="{FF2B5EF4-FFF2-40B4-BE49-F238E27FC236}">
                <a16:creationId xmlns:a16="http://schemas.microsoft.com/office/drawing/2014/main" id="{86486EC1-1C9D-0C6A-AF9A-81566ED5C65E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350" y="4434484"/>
            <a:ext cx="219737" cy="219737"/>
          </a:xfrm>
          <a:prstGeom prst="rect">
            <a:avLst/>
          </a:prstGeom>
        </p:spPr>
      </p:pic>
      <p:pic>
        <p:nvPicPr>
          <p:cNvPr id="23" name="!!pt7">
            <a:extLst>
              <a:ext uri="{FF2B5EF4-FFF2-40B4-BE49-F238E27FC236}">
                <a16:creationId xmlns:a16="http://schemas.microsoft.com/office/drawing/2014/main" id="{E9D79996-763F-2365-4332-0DA2998E057F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3276" y="5321235"/>
            <a:ext cx="183127" cy="183127"/>
          </a:xfrm>
          <a:prstGeom prst="rect">
            <a:avLst/>
          </a:prstGeom>
        </p:spPr>
      </p:pic>
      <p:pic>
        <p:nvPicPr>
          <p:cNvPr id="21" name="!!pt6">
            <a:extLst>
              <a:ext uri="{FF2B5EF4-FFF2-40B4-BE49-F238E27FC236}">
                <a16:creationId xmlns:a16="http://schemas.microsoft.com/office/drawing/2014/main" id="{A0A0332E-F48D-4CB1-0142-A82B9EA0B85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7404" y="1216549"/>
            <a:ext cx="196041" cy="196041"/>
          </a:xfrm>
          <a:prstGeom prst="rect">
            <a:avLst/>
          </a:prstGeom>
        </p:spPr>
      </p:pic>
      <p:pic>
        <p:nvPicPr>
          <p:cNvPr id="19" name="!!pt5">
            <a:extLst>
              <a:ext uri="{FF2B5EF4-FFF2-40B4-BE49-F238E27FC236}">
                <a16:creationId xmlns:a16="http://schemas.microsoft.com/office/drawing/2014/main" id="{C01C7F2A-16F9-1367-5D62-978599AB493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7014" y="2298881"/>
            <a:ext cx="427620" cy="427620"/>
          </a:xfrm>
          <a:prstGeom prst="rect">
            <a:avLst/>
          </a:prstGeom>
        </p:spPr>
      </p:pic>
      <p:pic>
        <p:nvPicPr>
          <p:cNvPr id="17" name="!!pt4">
            <a:extLst>
              <a:ext uri="{FF2B5EF4-FFF2-40B4-BE49-F238E27FC236}">
                <a16:creationId xmlns:a16="http://schemas.microsoft.com/office/drawing/2014/main" id="{59199CC2-485D-0D58-9C6E-AA7D1F5DAB21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351" y="3453101"/>
            <a:ext cx="327738" cy="327738"/>
          </a:xfrm>
          <a:prstGeom prst="rect">
            <a:avLst/>
          </a:prstGeom>
        </p:spPr>
      </p:pic>
      <p:pic>
        <p:nvPicPr>
          <p:cNvPr id="15" name="!!pt3">
            <a:extLst>
              <a:ext uri="{FF2B5EF4-FFF2-40B4-BE49-F238E27FC236}">
                <a16:creationId xmlns:a16="http://schemas.microsoft.com/office/drawing/2014/main" id="{E9891FA7-82B7-9132-FF5F-3498F24FBDE0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676" y="4017819"/>
            <a:ext cx="335969" cy="335969"/>
          </a:xfrm>
          <a:prstGeom prst="rect">
            <a:avLst/>
          </a:prstGeom>
        </p:spPr>
      </p:pic>
      <p:pic>
        <p:nvPicPr>
          <p:cNvPr id="13" name="!!pt2">
            <a:extLst>
              <a:ext uri="{FF2B5EF4-FFF2-40B4-BE49-F238E27FC236}">
                <a16:creationId xmlns:a16="http://schemas.microsoft.com/office/drawing/2014/main" id="{5825DBD8-6815-DF9E-EEEB-0810890CE33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0888" y="4123041"/>
            <a:ext cx="257619" cy="257619"/>
          </a:xfrm>
          <a:prstGeom prst="rect">
            <a:avLst/>
          </a:prstGeom>
        </p:spPr>
      </p:pic>
      <p:pic>
        <p:nvPicPr>
          <p:cNvPr id="11" name="!!pt1">
            <a:extLst>
              <a:ext uri="{FF2B5EF4-FFF2-40B4-BE49-F238E27FC236}">
                <a16:creationId xmlns:a16="http://schemas.microsoft.com/office/drawing/2014/main" id="{91D0049E-A67A-5F62-9BD2-25DE5D197CA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0659" y="2457327"/>
            <a:ext cx="230858" cy="230858"/>
          </a:xfrm>
          <a:prstGeom prst="rect">
            <a:avLst/>
          </a:prstGeom>
        </p:spPr>
      </p:pic>
      <p:pic>
        <p:nvPicPr>
          <p:cNvPr id="9" name="!!pt0">
            <a:extLst>
              <a:ext uri="{FF2B5EF4-FFF2-40B4-BE49-F238E27FC236}">
                <a16:creationId xmlns:a16="http://schemas.microsoft.com/office/drawing/2014/main" id="{28477B97-E8B6-8C13-7141-9469045F173C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4309" y="5517784"/>
            <a:ext cx="142694" cy="142694"/>
          </a:xfrm>
          <a:prstGeom prst="rect">
            <a:avLst/>
          </a:prstGeom>
        </p:spPr>
      </p:pic>
      <p:sp>
        <p:nvSpPr>
          <p:cNvPr id="4" name="!!tint">
            <a:extLst>
              <a:ext uri="{FF2B5EF4-FFF2-40B4-BE49-F238E27FC236}">
                <a16:creationId xmlns:a16="http://schemas.microsoft.com/office/drawing/2014/main" id="{DCBFBAE0-FE61-163D-B504-290A0CE2613E}"/>
              </a:ext>
            </a:extLst>
          </p:cNvPr>
          <p:cNvSpPr/>
          <p:nvPr/>
        </p:nvSpPr>
        <p:spPr>
          <a:xfrm>
            <a:off x="2577198" y="-152400"/>
            <a:ext cx="9767203" cy="7162801"/>
          </a:xfrm>
          <a:custGeom>
            <a:avLst/>
            <a:gdLst/>
            <a:ahLst/>
            <a:cxnLst/>
            <a:rect l="0" t="0" r="0" b="0"/>
            <a:pathLst>
              <a:path w="9767203" h="7162801">
                <a:moveTo>
                  <a:pt x="0" y="0"/>
                </a:moveTo>
                <a:lnTo>
                  <a:pt x="45708" y="76200"/>
                </a:lnTo>
                <a:lnTo>
                  <a:pt x="90094" y="152400"/>
                </a:lnTo>
                <a:lnTo>
                  <a:pt x="133187" y="228600"/>
                </a:lnTo>
                <a:lnTo>
                  <a:pt x="175016" y="304800"/>
                </a:lnTo>
                <a:lnTo>
                  <a:pt x="215607" y="381000"/>
                </a:lnTo>
                <a:lnTo>
                  <a:pt x="254983" y="457200"/>
                </a:lnTo>
                <a:lnTo>
                  <a:pt x="293169" y="533400"/>
                </a:lnTo>
                <a:lnTo>
                  <a:pt x="330186" y="609600"/>
                </a:lnTo>
                <a:lnTo>
                  <a:pt x="366055" y="685800"/>
                </a:lnTo>
                <a:lnTo>
                  <a:pt x="400795" y="762000"/>
                </a:lnTo>
                <a:lnTo>
                  <a:pt x="434425" y="838200"/>
                </a:lnTo>
                <a:lnTo>
                  <a:pt x="466963" y="914400"/>
                </a:lnTo>
                <a:lnTo>
                  <a:pt x="498426" y="990600"/>
                </a:lnTo>
                <a:lnTo>
                  <a:pt x="528829" y="1066800"/>
                </a:lnTo>
                <a:lnTo>
                  <a:pt x="558188" y="1143000"/>
                </a:lnTo>
                <a:lnTo>
                  <a:pt x="586515" y="1219200"/>
                </a:lnTo>
                <a:lnTo>
                  <a:pt x="613826" y="1295400"/>
                </a:lnTo>
                <a:lnTo>
                  <a:pt x="640133" y="1371600"/>
                </a:lnTo>
                <a:lnTo>
                  <a:pt x="665448" y="1447800"/>
                </a:lnTo>
                <a:lnTo>
                  <a:pt x="689782" y="1524000"/>
                </a:lnTo>
                <a:lnTo>
                  <a:pt x="713146" y="1600200"/>
                </a:lnTo>
                <a:lnTo>
                  <a:pt x="735551" y="1676400"/>
                </a:lnTo>
                <a:lnTo>
                  <a:pt x="757005" y="1752600"/>
                </a:lnTo>
                <a:lnTo>
                  <a:pt x="777520" y="1828800"/>
                </a:lnTo>
                <a:lnTo>
                  <a:pt x="797102" y="1905000"/>
                </a:lnTo>
                <a:lnTo>
                  <a:pt x="815760" y="1981200"/>
                </a:lnTo>
                <a:lnTo>
                  <a:pt x="833503" y="2057400"/>
                </a:lnTo>
                <a:lnTo>
                  <a:pt x="850337" y="2133600"/>
                </a:lnTo>
                <a:lnTo>
                  <a:pt x="866268" y="2209800"/>
                </a:lnTo>
                <a:lnTo>
                  <a:pt x="881304" y="2286000"/>
                </a:lnTo>
                <a:lnTo>
                  <a:pt x="895450" y="2362200"/>
                </a:lnTo>
                <a:lnTo>
                  <a:pt x="908712" y="2438400"/>
                </a:lnTo>
                <a:lnTo>
                  <a:pt x="921094" y="2514600"/>
                </a:lnTo>
                <a:lnTo>
                  <a:pt x="932603" y="2590800"/>
                </a:lnTo>
                <a:lnTo>
                  <a:pt x="943242" y="2667000"/>
                </a:lnTo>
                <a:lnTo>
                  <a:pt x="953015" y="2743200"/>
                </a:lnTo>
                <a:lnTo>
                  <a:pt x="961926" y="2819400"/>
                </a:lnTo>
                <a:lnTo>
                  <a:pt x="969979" y="2895600"/>
                </a:lnTo>
                <a:lnTo>
                  <a:pt x="977175" y="2971800"/>
                </a:lnTo>
                <a:lnTo>
                  <a:pt x="983520" y="3048000"/>
                </a:lnTo>
                <a:lnTo>
                  <a:pt x="989013" y="3124200"/>
                </a:lnTo>
                <a:lnTo>
                  <a:pt x="993657" y="3200400"/>
                </a:lnTo>
                <a:lnTo>
                  <a:pt x="997456" y="3276600"/>
                </a:lnTo>
                <a:lnTo>
                  <a:pt x="1000408" y="3352800"/>
                </a:lnTo>
                <a:lnTo>
                  <a:pt x="1002516" y="3429000"/>
                </a:lnTo>
                <a:lnTo>
                  <a:pt x="1003781" y="3505200"/>
                </a:lnTo>
                <a:lnTo>
                  <a:pt x="1004202" y="3581400"/>
                </a:lnTo>
                <a:lnTo>
                  <a:pt x="1003781" y="3657600"/>
                </a:lnTo>
                <a:lnTo>
                  <a:pt x="1002516" y="3733800"/>
                </a:lnTo>
                <a:lnTo>
                  <a:pt x="1000408" y="3810000"/>
                </a:lnTo>
                <a:lnTo>
                  <a:pt x="997456" y="3886200"/>
                </a:lnTo>
                <a:lnTo>
                  <a:pt x="993657" y="3962400"/>
                </a:lnTo>
                <a:lnTo>
                  <a:pt x="989013" y="4038600"/>
                </a:lnTo>
                <a:lnTo>
                  <a:pt x="983520" y="4114800"/>
                </a:lnTo>
                <a:lnTo>
                  <a:pt x="977175" y="4191000"/>
                </a:lnTo>
                <a:lnTo>
                  <a:pt x="969979" y="4267200"/>
                </a:lnTo>
                <a:lnTo>
                  <a:pt x="961926" y="4343400"/>
                </a:lnTo>
                <a:lnTo>
                  <a:pt x="953015" y="4419600"/>
                </a:lnTo>
                <a:lnTo>
                  <a:pt x="943242" y="4495800"/>
                </a:lnTo>
                <a:lnTo>
                  <a:pt x="932603" y="4572000"/>
                </a:lnTo>
                <a:lnTo>
                  <a:pt x="921094" y="4648200"/>
                </a:lnTo>
                <a:lnTo>
                  <a:pt x="908712" y="4724400"/>
                </a:lnTo>
                <a:lnTo>
                  <a:pt x="895450" y="4800600"/>
                </a:lnTo>
                <a:lnTo>
                  <a:pt x="881304" y="4876800"/>
                </a:lnTo>
                <a:lnTo>
                  <a:pt x="866268" y="4953000"/>
                </a:lnTo>
                <a:lnTo>
                  <a:pt x="850337" y="5029200"/>
                </a:lnTo>
                <a:lnTo>
                  <a:pt x="833503" y="5105400"/>
                </a:lnTo>
                <a:lnTo>
                  <a:pt x="815760" y="5181600"/>
                </a:lnTo>
                <a:lnTo>
                  <a:pt x="797102" y="5257800"/>
                </a:lnTo>
                <a:lnTo>
                  <a:pt x="777520" y="5334000"/>
                </a:lnTo>
                <a:lnTo>
                  <a:pt x="757005" y="5410200"/>
                </a:lnTo>
                <a:lnTo>
                  <a:pt x="735551" y="5486400"/>
                </a:lnTo>
                <a:lnTo>
                  <a:pt x="713146" y="5562600"/>
                </a:lnTo>
                <a:lnTo>
                  <a:pt x="689782" y="5638800"/>
                </a:lnTo>
                <a:lnTo>
                  <a:pt x="665448" y="5715000"/>
                </a:lnTo>
                <a:lnTo>
                  <a:pt x="640133" y="5791200"/>
                </a:lnTo>
                <a:lnTo>
                  <a:pt x="613826" y="5867400"/>
                </a:lnTo>
                <a:lnTo>
                  <a:pt x="586515" y="5943600"/>
                </a:lnTo>
                <a:lnTo>
                  <a:pt x="558188" y="6019800"/>
                </a:lnTo>
                <a:lnTo>
                  <a:pt x="528829" y="6096000"/>
                </a:lnTo>
                <a:lnTo>
                  <a:pt x="498426" y="6172200"/>
                </a:lnTo>
                <a:lnTo>
                  <a:pt x="466963" y="6248400"/>
                </a:lnTo>
                <a:lnTo>
                  <a:pt x="434425" y="6324600"/>
                </a:lnTo>
                <a:lnTo>
                  <a:pt x="400795" y="6400800"/>
                </a:lnTo>
                <a:lnTo>
                  <a:pt x="366055" y="6477000"/>
                </a:lnTo>
                <a:lnTo>
                  <a:pt x="330186" y="6553200"/>
                </a:lnTo>
                <a:lnTo>
                  <a:pt x="293169" y="6629400"/>
                </a:lnTo>
                <a:lnTo>
                  <a:pt x="254983" y="6705600"/>
                </a:lnTo>
                <a:lnTo>
                  <a:pt x="215607" y="6781800"/>
                </a:lnTo>
                <a:lnTo>
                  <a:pt x="175016" y="6858000"/>
                </a:lnTo>
                <a:lnTo>
                  <a:pt x="133187" y="6934200"/>
                </a:lnTo>
                <a:lnTo>
                  <a:pt x="90094" y="7010400"/>
                </a:lnTo>
                <a:lnTo>
                  <a:pt x="45708" y="7086600"/>
                </a:lnTo>
                <a:lnTo>
                  <a:pt x="0" y="7162800"/>
                </a:lnTo>
                <a:lnTo>
                  <a:pt x="9767202" y="7162800"/>
                </a:lnTo>
                <a:lnTo>
                  <a:pt x="9767202" y="0"/>
                </a:lnTo>
                <a:close/>
              </a:path>
            </a:pathLst>
          </a:custGeom>
          <a:gradFill flip="none" rotWithShape="1">
            <a:gsLst>
              <a:gs pos="0">
                <a:srgbClr val="460006">
                  <a:alpha val="55000"/>
                </a:srgbClr>
              </a:gs>
              <a:gs pos="45000">
                <a:srgbClr val="6E040C">
                  <a:alpha val="32500"/>
                </a:srgbClr>
              </a:gs>
              <a:gs pos="100000">
                <a:srgbClr val="78060E">
                  <a:alpha val="10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!!ring">
            <a:extLst>
              <a:ext uri="{FF2B5EF4-FFF2-40B4-BE49-F238E27FC236}">
                <a16:creationId xmlns:a16="http://schemas.microsoft.com/office/drawing/2014/main" id="{CF4024ED-356B-E200-C1DE-EAA69DC760D0}"/>
              </a:ext>
            </a:extLst>
          </p:cNvPr>
          <p:cNvSpPr/>
          <p:nvPr/>
        </p:nvSpPr>
        <p:spPr>
          <a:xfrm rot="13200000">
            <a:off x="-10195560" y="-3459480"/>
            <a:ext cx="13776961" cy="13776960"/>
          </a:xfrm>
          <a:prstGeom prst="donut">
            <a:avLst>
              <a:gd name="adj" fmla="val 21847"/>
            </a:avLst>
          </a:prstGeom>
          <a:blipFill dpi="0" rotWithShape="1">
            <a:blip r:embed="rId6"/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7" name="!!wheel">
            <a:extLst>
              <a:ext uri="{FF2B5EF4-FFF2-40B4-BE49-F238E27FC236}">
                <a16:creationId xmlns:a16="http://schemas.microsoft.com/office/drawing/2014/main" id="{2EE36BBB-FC30-BFE7-0D3B-47BA9CC7FCE4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200000">
            <a:off x="-10195560" y="-3459480"/>
            <a:ext cx="13776961" cy="13776961"/>
          </a:xfrm>
          <a:prstGeom prst="rect">
            <a:avLst/>
          </a:prstGeom>
        </p:spPr>
      </p:pic>
      <p:pic>
        <p:nvPicPr>
          <p:cNvPr id="41" name="hq_cloud0">
            <a:extLst>
              <a:ext uri="{FF2B5EF4-FFF2-40B4-BE49-F238E27FC236}">
                <a16:creationId xmlns:a16="http://schemas.microsoft.com/office/drawing/2014/main" id="{E3EA9F63-983D-9070-88A2-25237732FE57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677400" y="304800"/>
            <a:ext cx="2286000" cy="1371600"/>
          </a:xfrm>
          <a:prstGeom prst="rect">
            <a:avLst/>
          </a:prstGeom>
        </p:spPr>
      </p:pic>
      <p:pic>
        <p:nvPicPr>
          <p:cNvPr id="43" name="hq_cloud1">
            <a:extLst>
              <a:ext uri="{FF2B5EF4-FFF2-40B4-BE49-F238E27FC236}">
                <a16:creationId xmlns:a16="http://schemas.microsoft.com/office/drawing/2014/main" id="{5F90F2EC-4D5B-45F5-8E31-8B6F5A7DF8A8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458200" y="5227320"/>
            <a:ext cx="2895600" cy="1737360"/>
          </a:xfrm>
          <a:prstGeom prst="rect">
            <a:avLst/>
          </a:prstGeom>
        </p:spPr>
      </p:pic>
      <p:sp>
        <p:nvSpPr>
          <p:cNvPr id="44" name="hq_main1">
            <a:extLst>
              <a:ext uri="{FF2B5EF4-FFF2-40B4-BE49-F238E27FC236}">
                <a16:creationId xmlns:a16="http://schemas.microsoft.com/office/drawing/2014/main" id="{D92D5B16-1718-4027-0937-EFD42898DF5F}"/>
              </a:ext>
            </a:extLst>
          </p:cNvPr>
          <p:cNvSpPr txBox="1"/>
          <p:nvPr/>
        </p:nvSpPr>
        <p:spPr>
          <a:xfrm>
            <a:off x="3962400" y="1447800"/>
            <a:ext cx="7467600" cy="160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  <a:scene3d>
              <a:camera prst="orthographicFront"/>
              <a:lightRig rig="threePt" dir="t"/>
            </a:scene3d>
            <a:sp3d>
              <a:bevelT w="32004" h="19202"/>
            </a:sp3d>
          </a:bodyPr>
          <a:lstStyle/>
          <a:p>
            <a:pPr algn="ctr"/>
            <a:r>
              <a:rPr lang="zh-CN" altLang="en-US" sz="10080" spc="-1800">
                <a:gradFill flip="none" rotWithShape="1">
                  <a:gsLst>
                    <a:gs pos="0">
                      <a:srgbClr val="FFF8CE"/>
                    </a:gs>
                    <a:gs pos="28000">
                      <a:srgbClr val="F8D876"/>
                    </a:gs>
                    <a:gs pos="50000">
                      <a:srgbClr val="C78E2A"/>
                    </a:gs>
                    <a:gs pos="70000">
                      <a:srgbClr val="FCE69C"/>
                    </a:gs>
                    <a:gs pos="100000">
                      <a:srgbClr val="A66C18"/>
                    </a:gs>
                  </a:gsLst>
                  <a:lin ang="5400000" scaled="1"/>
                  <a:tileRect/>
                </a:gradFill>
                <a:effectLst>
                  <a:outerShdw blurRad="91440" dist="51285" dir="3378591" rotWithShape="0">
                    <a:srgbClr val="320004">
                      <a:alpha val="55000"/>
                    </a:srgb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生在红旗下</a:t>
            </a:r>
          </a:p>
        </p:txBody>
      </p:sp>
      <p:sp>
        <p:nvSpPr>
          <p:cNvPr id="45" name="hq_main2">
            <a:extLst>
              <a:ext uri="{FF2B5EF4-FFF2-40B4-BE49-F238E27FC236}">
                <a16:creationId xmlns:a16="http://schemas.microsoft.com/office/drawing/2014/main" id="{03EEFC52-3764-F249-2B9E-79BCFC87BBF2}"/>
              </a:ext>
            </a:extLst>
          </p:cNvPr>
          <p:cNvSpPr txBox="1"/>
          <p:nvPr/>
        </p:nvSpPr>
        <p:spPr>
          <a:xfrm>
            <a:off x="4876800" y="3048000"/>
            <a:ext cx="7315200" cy="160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  <a:scene3d>
              <a:camera prst="orthographicFront"/>
              <a:lightRig rig="threePt" dir="t"/>
            </a:scene3d>
            <a:sp3d>
              <a:bevelT w="32004" h="19202"/>
            </a:sp3d>
          </a:bodyPr>
          <a:lstStyle/>
          <a:p>
            <a:pPr algn="ctr"/>
            <a:r>
              <a:rPr lang="zh-CN" altLang="en-US" sz="10080" spc="-1800">
                <a:gradFill flip="none" rotWithShape="1">
                  <a:gsLst>
                    <a:gs pos="0">
                      <a:srgbClr val="FFF8CE"/>
                    </a:gs>
                    <a:gs pos="28000">
                      <a:srgbClr val="F8D876"/>
                    </a:gs>
                    <a:gs pos="50000">
                      <a:srgbClr val="C78E2A"/>
                    </a:gs>
                    <a:gs pos="70000">
                      <a:srgbClr val="FCE69C"/>
                    </a:gs>
                    <a:gs pos="100000">
                      <a:srgbClr val="A66C18"/>
                    </a:gs>
                  </a:gsLst>
                  <a:lin ang="5400000" scaled="1"/>
                  <a:tileRect/>
                </a:gradFill>
                <a:effectLst>
                  <a:outerShdw blurRad="91440" dist="51285" dir="3378591" rotWithShape="0">
                    <a:srgbClr val="320004">
                      <a:alpha val="55000"/>
                    </a:srgb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长在春风里</a:t>
            </a:r>
          </a:p>
        </p:txBody>
      </p:sp>
      <p:pic>
        <p:nvPicPr>
          <p:cNvPr id="47" name="hq_seal">
            <a:extLst>
              <a:ext uri="{FF2B5EF4-FFF2-40B4-BE49-F238E27FC236}">
                <a16:creationId xmlns:a16="http://schemas.microsoft.com/office/drawing/2014/main" id="{01FBA928-7D1D-0D68-1136-FDAEB0FAEA45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400" y="3962400"/>
            <a:ext cx="609600" cy="609600"/>
          </a:xfrm>
          <a:prstGeom prst="rect">
            <a:avLst/>
          </a:prstGeom>
        </p:spPr>
      </p:pic>
      <p:cxnSp>
        <p:nvCxnSpPr>
          <p:cNvPr id="48" name="hq_div_l-1">
            <a:extLst>
              <a:ext uri="{FF2B5EF4-FFF2-40B4-BE49-F238E27FC236}">
                <a16:creationId xmlns:a16="http://schemas.microsoft.com/office/drawing/2014/main" id="{731FAB90-ABA5-317E-B581-38604349787B}"/>
              </a:ext>
            </a:extLst>
          </p:cNvPr>
          <p:cNvCxnSpPr/>
          <p:nvPr/>
        </p:nvCxnSpPr>
        <p:spPr>
          <a:xfrm flipH="1">
            <a:off x="4953000" y="4991100"/>
            <a:ext cx="2788920" cy="0"/>
          </a:xfrm>
          <a:prstGeom prst="line">
            <a:avLst/>
          </a:prstGeom>
          <a:ln w="15240" cap="flat" cmpd="sng" algn="ctr">
            <a:solidFill>
              <a:srgbClr val="E2B65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hq_div_l1">
            <a:extLst>
              <a:ext uri="{FF2B5EF4-FFF2-40B4-BE49-F238E27FC236}">
                <a16:creationId xmlns:a16="http://schemas.microsoft.com/office/drawing/2014/main" id="{B9E52F17-44D6-CCA7-0D7F-1906F55970D2}"/>
              </a:ext>
            </a:extLst>
          </p:cNvPr>
          <p:cNvCxnSpPr/>
          <p:nvPr/>
        </p:nvCxnSpPr>
        <p:spPr>
          <a:xfrm>
            <a:off x="8260080" y="4991100"/>
            <a:ext cx="2788920" cy="0"/>
          </a:xfrm>
          <a:prstGeom prst="line">
            <a:avLst/>
          </a:prstGeom>
          <a:ln w="15240" cap="flat" cmpd="sng" algn="ctr">
            <a:solidFill>
              <a:srgbClr val="E2B65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hq_div_d0">
            <a:extLst>
              <a:ext uri="{FF2B5EF4-FFF2-40B4-BE49-F238E27FC236}">
                <a16:creationId xmlns:a16="http://schemas.microsoft.com/office/drawing/2014/main" id="{BBFF920E-89A2-A600-E3FD-8A20775C4054}"/>
              </a:ext>
            </a:extLst>
          </p:cNvPr>
          <p:cNvSpPr/>
          <p:nvPr/>
        </p:nvSpPr>
        <p:spPr>
          <a:xfrm>
            <a:off x="7940040" y="4930140"/>
            <a:ext cx="121920" cy="121920"/>
          </a:xfrm>
          <a:prstGeom prst="diamond">
            <a:avLst/>
          </a:prstGeom>
          <a:solidFill>
            <a:srgbClr val="E8BC6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hq_quote">
            <a:extLst>
              <a:ext uri="{FF2B5EF4-FFF2-40B4-BE49-F238E27FC236}">
                <a16:creationId xmlns:a16="http://schemas.microsoft.com/office/drawing/2014/main" id="{B0A3587A-5981-3F6D-8FDF-B0CB23AFA4C9}"/>
              </a:ext>
            </a:extLst>
          </p:cNvPr>
          <p:cNvSpPr txBox="1"/>
          <p:nvPr/>
        </p:nvSpPr>
        <p:spPr>
          <a:xfrm>
            <a:off x="4572000" y="5181600"/>
            <a:ext cx="685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2040" spc="300">
                <a:solidFill>
                  <a:srgbClr val="FAE6BE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目光所至皆为华夏，五星闪耀皆为信仰</a:t>
            </a:r>
          </a:p>
        </p:txBody>
      </p:sp>
    </p:spTree>
    <p:extLst>
      <p:ext uri="{BB962C8B-B14F-4D97-AF65-F5344CB8AC3E}">
        <p14:creationId xmlns:p14="http://schemas.microsoft.com/office/powerpoint/2010/main" val="29553233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02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base">
            <a:extLst>
              <a:ext uri="{FF2B5EF4-FFF2-40B4-BE49-F238E27FC236}">
                <a16:creationId xmlns:a16="http://schemas.microsoft.com/office/drawing/2014/main" id="{89A2DCA0-7C0C-97FC-3978-7BA2CF19DF9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9" name="!!pt15">
            <a:extLst>
              <a:ext uri="{FF2B5EF4-FFF2-40B4-BE49-F238E27FC236}">
                <a16:creationId xmlns:a16="http://schemas.microsoft.com/office/drawing/2014/main" id="{ADB22DC3-BD8B-037D-F9E9-1CB717C0E3B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3313" y="6350869"/>
            <a:ext cx="282319" cy="282319"/>
          </a:xfrm>
          <a:prstGeom prst="rect">
            <a:avLst/>
          </a:prstGeom>
        </p:spPr>
      </p:pic>
      <p:pic>
        <p:nvPicPr>
          <p:cNvPr id="37" name="!!pt14">
            <a:extLst>
              <a:ext uri="{FF2B5EF4-FFF2-40B4-BE49-F238E27FC236}">
                <a16:creationId xmlns:a16="http://schemas.microsoft.com/office/drawing/2014/main" id="{E03C2010-0877-AAD4-73BD-954D9E7B808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247" y="1634150"/>
            <a:ext cx="243160" cy="243160"/>
          </a:xfrm>
          <a:prstGeom prst="rect">
            <a:avLst/>
          </a:prstGeom>
        </p:spPr>
      </p:pic>
      <p:pic>
        <p:nvPicPr>
          <p:cNvPr id="35" name="!!pt13">
            <a:extLst>
              <a:ext uri="{FF2B5EF4-FFF2-40B4-BE49-F238E27FC236}">
                <a16:creationId xmlns:a16="http://schemas.microsoft.com/office/drawing/2014/main" id="{72AA9714-D205-2187-B84D-7A7A309BCEAE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4046" y="484105"/>
            <a:ext cx="217328" cy="217328"/>
          </a:xfrm>
          <a:prstGeom prst="rect">
            <a:avLst/>
          </a:prstGeom>
        </p:spPr>
      </p:pic>
      <p:pic>
        <p:nvPicPr>
          <p:cNvPr id="33" name="!!pt12">
            <a:extLst>
              <a:ext uri="{FF2B5EF4-FFF2-40B4-BE49-F238E27FC236}">
                <a16:creationId xmlns:a16="http://schemas.microsoft.com/office/drawing/2014/main" id="{B8CF8615-885C-C7A8-1AC3-FCA967A695E6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7067" y="647446"/>
            <a:ext cx="156510" cy="156510"/>
          </a:xfrm>
          <a:prstGeom prst="rect">
            <a:avLst/>
          </a:prstGeom>
        </p:spPr>
      </p:pic>
      <p:pic>
        <p:nvPicPr>
          <p:cNvPr id="31" name="!!pt11">
            <a:extLst>
              <a:ext uri="{FF2B5EF4-FFF2-40B4-BE49-F238E27FC236}">
                <a16:creationId xmlns:a16="http://schemas.microsoft.com/office/drawing/2014/main" id="{611D09E6-FB9B-22EF-13D8-D731C68A6A4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40" y="3419478"/>
            <a:ext cx="402325" cy="402325"/>
          </a:xfrm>
          <a:prstGeom prst="rect">
            <a:avLst/>
          </a:prstGeom>
        </p:spPr>
      </p:pic>
      <p:pic>
        <p:nvPicPr>
          <p:cNvPr id="29" name="!!pt10">
            <a:extLst>
              <a:ext uri="{FF2B5EF4-FFF2-40B4-BE49-F238E27FC236}">
                <a16:creationId xmlns:a16="http://schemas.microsoft.com/office/drawing/2014/main" id="{4A1C551B-2CF9-5D48-BC65-7008DC73F199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7417" y="3332758"/>
            <a:ext cx="326270" cy="326270"/>
          </a:xfrm>
          <a:prstGeom prst="rect">
            <a:avLst/>
          </a:prstGeom>
        </p:spPr>
      </p:pic>
      <p:pic>
        <p:nvPicPr>
          <p:cNvPr id="27" name="!!pt9">
            <a:extLst>
              <a:ext uri="{FF2B5EF4-FFF2-40B4-BE49-F238E27FC236}">
                <a16:creationId xmlns:a16="http://schemas.microsoft.com/office/drawing/2014/main" id="{D3C30697-C008-82B7-746F-CCF70771DDC5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960" y="1401261"/>
            <a:ext cx="317992" cy="317992"/>
          </a:xfrm>
          <a:prstGeom prst="rect">
            <a:avLst/>
          </a:prstGeom>
        </p:spPr>
      </p:pic>
      <p:pic>
        <p:nvPicPr>
          <p:cNvPr id="25" name="!!pt8">
            <a:extLst>
              <a:ext uri="{FF2B5EF4-FFF2-40B4-BE49-F238E27FC236}">
                <a16:creationId xmlns:a16="http://schemas.microsoft.com/office/drawing/2014/main" id="{D9B43804-BA27-BF44-7EF8-032B10E5EFF9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4789" y="5010080"/>
            <a:ext cx="224393" cy="224393"/>
          </a:xfrm>
          <a:prstGeom prst="rect">
            <a:avLst/>
          </a:prstGeom>
        </p:spPr>
      </p:pic>
      <p:pic>
        <p:nvPicPr>
          <p:cNvPr id="23" name="!!pt7">
            <a:extLst>
              <a:ext uri="{FF2B5EF4-FFF2-40B4-BE49-F238E27FC236}">
                <a16:creationId xmlns:a16="http://schemas.microsoft.com/office/drawing/2014/main" id="{AAFB6804-096C-001C-AFC9-2A090755A82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2708" y="2151271"/>
            <a:ext cx="179314" cy="179314"/>
          </a:xfrm>
          <a:prstGeom prst="rect">
            <a:avLst/>
          </a:prstGeom>
        </p:spPr>
      </p:pic>
      <p:pic>
        <p:nvPicPr>
          <p:cNvPr id="21" name="!!pt6">
            <a:extLst>
              <a:ext uri="{FF2B5EF4-FFF2-40B4-BE49-F238E27FC236}">
                <a16:creationId xmlns:a16="http://schemas.microsoft.com/office/drawing/2014/main" id="{F3FD1248-F531-412F-0FF2-2419643132B6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57" y="5439405"/>
            <a:ext cx="179872" cy="179872"/>
          </a:xfrm>
          <a:prstGeom prst="rect">
            <a:avLst/>
          </a:prstGeom>
        </p:spPr>
      </p:pic>
      <p:pic>
        <p:nvPicPr>
          <p:cNvPr id="19" name="!!pt5">
            <a:extLst>
              <a:ext uri="{FF2B5EF4-FFF2-40B4-BE49-F238E27FC236}">
                <a16:creationId xmlns:a16="http://schemas.microsoft.com/office/drawing/2014/main" id="{3F8C1274-1110-5DE2-366A-7188735A94DB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816" y="3702384"/>
            <a:ext cx="424214" cy="424214"/>
          </a:xfrm>
          <a:prstGeom prst="rect">
            <a:avLst/>
          </a:prstGeom>
        </p:spPr>
      </p:pic>
      <p:pic>
        <p:nvPicPr>
          <p:cNvPr id="17" name="!!pt4">
            <a:extLst>
              <a:ext uri="{FF2B5EF4-FFF2-40B4-BE49-F238E27FC236}">
                <a16:creationId xmlns:a16="http://schemas.microsoft.com/office/drawing/2014/main" id="{2440155C-A5A8-8925-E8EF-08861E808A8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6640" y="5493243"/>
            <a:ext cx="344974" cy="344974"/>
          </a:xfrm>
          <a:prstGeom prst="rect">
            <a:avLst/>
          </a:prstGeom>
        </p:spPr>
      </p:pic>
      <p:pic>
        <p:nvPicPr>
          <p:cNvPr id="15" name="!!pt3">
            <a:extLst>
              <a:ext uri="{FF2B5EF4-FFF2-40B4-BE49-F238E27FC236}">
                <a16:creationId xmlns:a16="http://schemas.microsoft.com/office/drawing/2014/main" id="{E4C60714-E38D-DDA5-12C1-88B7AED45710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0585" y="1111662"/>
            <a:ext cx="265312" cy="265312"/>
          </a:xfrm>
          <a:prstGeom prst="rect">
            <a:avLst/>
          </a:prstGeom>
        </p:spPr>
      </p:pic>
      <p:pic>
        <p:nvPicPr>
          <p:cNvPr id="13" name="!!pt2">
            <a:extLst>
              <a:ext uri="{FF2B5EF4-FFF2-40B4-BE49-F238E27FC236}">
                <a16:creationId xmlns:a16="http://schemas.microsoft.com/office/drawing/2014/main" id="{62C1E166-4625-B7E0-D6A3-43F849905BDA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7533" y="-50926"/>
            <a:ext cx="291225" cy="291225"/>
          </a:xfrm>
          <a:prstGeom prst="rect">
            <a:avLst/>
          </a:prstGeom>
        </p:spPr>
      </p:pic>
      <p:pic>
        <p:nvPicPr>
          <p:cNvPr id="11" name="!!pt1">
            <a:extLst>
              <a:ext uri="{FF2B5EF4-FFF2-40B4-BE49-F238E27FC236}">
                <a16:creationId xmlns:a16="http://schemas.microsoft.com/office/drawing/2014/main" id="{A231E143-3646-7C24-D07C-724A86CC669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3180" y="5323164"/>
            <a:ext cx="214300" cy="214300"/>
          </a:xfrm>
          <a:prstGeom prst="rect">
            <a:avLst/>
          </a:prstGeom>
        </p:spPr>
      </p:pic>
      <p:pic>
        <p:nvPicPr>
          <p:cNvPr id="9" name="!!pt0">
            <a:extLst>
              <a:ext uri="{FF2B5EF4-FFF2-40B4-BE49-F238E27FC236}">
                <a16:creationId xmlns:a16="http://schemas.microsoft.com/office/drawing/2014/main" id="{78C9BEEF-BD32-C7FC-581D-D02823EDE78B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094" y="2732686"/>
            <a:ext cx="163182" cy="163182"/>
          </a:xfrm>
          <a:prstGeom prst="rect">
            <a:avLst/>
          </a:prstGeom>
        </p:spPr>
      </p:pic>
      <p:sp>
        <p:nvSpPr>
          <p:cNvPr id="4" name="!!tint">
            <a:extLst>
              <a:ext uri="{FF2B5EF4-FFF2-40B4-BE49-F238E27FC236}">
                <a16:creationId xmlns:a16="http://schemas.microsoft.com/office/drawing/2014/main" id="{8189A01F-4244-75EC-1DB6-71FA81EFF13E}"/>
              </a:ext>
            </a:extLst>
          </p:cNvPr>
          <p:cNvSpPr/>
          <p:nvPr/>
        </p:nvSpPr>
        <p:spPr>
          <a:xfrm>
            <a:off x="2577198" y="-152400"/>
            <a:ext cx="9767203" cy="7162801"/>
          </a:xfrm>
          <a:custGeom>
            <a:avLst/>
            <a:gdLst/>
            <a:ahLst/>
            <a:cxnLst/>
            <a:rect l="0" t="0" r="0" b="0"/>
            <a:pathLst>
              <a:path w="9767203" h="7162801">
                <a:moveTo>
                  <a:pt x="0" y="0"/>
                </a:moveTo>
                <a:lnTo>
                  <a:pt x="45708" y="76200"/>
                </a:lnTo>
                <a:lnTo>
                  <a:pt x="90094" y="152400"/>
                </a:lnTo>
                <a:lnTo>
                  <a:pt x="133187" y="228600"/>
                </a:lnTo>
                <a:lnTo>
                  <a:pt x="175016" y="304800"/>
                </a:lnTo>
                <a:lnTo>
                  <a:pt x="215607" y="381000"/>
                </a:lnTo>
                <a:lnTo>
                  <a:pt x="254983" y="457200"/>
                </a:lnTo>
                <a:lnTo>
                  <a:pt x="293169" y="533400"/>
                </a:lnTo>
                <a:lnTo>
                  <a:pt x="330186" y="609600"/>
                </a:lnTo>
                <a:lnTo>
                  <a:pt x="366055" y="685800"/>
                </a:lnTo>
                <a:lnTo>
                  <a:pt x="400795" y="762000"/>
                </a:lnTo>
                <a:lnTo>
                  <a:pt x="434425" y="838200"/>
                </a:lnTo>
                <a:lnTo>
                  <a:pt x="466963" y="914400"/>
                </a:lnTo>
                <a:lnTo>
                  <a:pt x="498426" y="990600"/>
                </a:lnTo>
                <a:lnTo>
                  <a:pt x="528829" y="1066800"/>
                </a:lnTo>
                <a:lnTo>
                  <a:pt x="558188" y="1143000"/>
                </a:lnTo>
                <a:lnTo>
                  <a:pt x="586515" y="1219200"/>
                </a:lnTo>
                <a:lnTo>
                  <a:pt x="613826" y="1295400"/>
                </a:lnTo>
                <a:lnTo>
                  <a:pt x="640133" y="1371600"/>
                </a:lnTo>
                <a:lnTo>
                  <a:pt x="665448" y="1447800"/>
                </a:lnTo>
                <a:lnTo>
                  <a:pt x="689782" y="1524000"/>
                </a:lnTo>
                <a:lnTo>
                  <a:pt x="713146" y="1600200"/>
                </a:lnTo>
                <a:lnTo>
                  <a:pt x="735551" y="1676400"/>
                </a:lnTo>
                <a:lnTo>
                  <a:pt x="757005" y="1752600"/>
                </a:lnTo>
                <a:lnTo>
                  <a:pt x="777520" y="1828800"/>
                </a:lnTo>
                <a:lnTo>
                  <a:pt x="797102" y="1905000"/>
                </a:lnTo>
                <a:lnTo>
                  <a:pt x="815760" y="1981200"/>
                </a:lnTo>
                <a:lnTo>
                  <a:pt x="833503" y="2057400"/>
                </a:lnTo>
                <a:lnTo>
                  <a:pt x="850337" y="2133600"/>
                </a:lnTo>
                <a:lnTo>
                  <a:pt x="866268" y="2209800"/>
                </a:lnTo>
                <a:lnTo>
                  <a:pt x="881304" y="2286000"/>
                </a:lnTo>
                <a:lnTo>
                  <a:pt x="895450" y="2362200"/>
                </a:lnTo>
                <a:lnTo>
                  <a:pt x="908712" y="2438400"/>
                </a:lnTo>
                <a:lnTo>
                  <a:pt x="921094" y="2514600"/>
                </a:lnTo>
                <a:lnTo>
                  <a:pt x="932603" y="2590800"/>
                </a:lnTo>
                <a:lnTo>
                  <a:pt x="943242" y="2667000"/>
                </a:lnTo>
                <a:lnTo>
                  <a:pt x="953015" y="2743200"/>
                </a:lnTo>
                <a:lnTo>
                  <a:pt x="961926" y="2819400"/>
                </a:lnTo>
                <a:lnTo>
                  <a:pt x="969979" y="2895600"/>
                </a:lnTo>
                <a:lnTo>
                  <a:pt x="977175" y="2971800"/>
                </a:lnTo>
                <a:lnTo>
                  <a:pt x="983520" y="3048000"/>
                </a:lnTo>
                <a:lnTo>
                  <a:pt x="989013" y="3124200"/>
                </a:lnTo>
                <a:lnTo>
                  <a:pt x="993657" y="3200400"/>
                </a:lnTo>
                <a:lnTo>
                  <a:pt x="997456" y="3276600"/>
                </a:lnTo>
                <a:lnTo>
                  <a:pt x="1000408" y="3352800"/>
                </a:lnTo>
                <a:lnTo>
                  <a:pt x="1002516" y="3429000"/>
                </a:lnTo>
                <a:lnTo>
                  <a:pt x="1003781" y="3505200"/>
                </a:lnTo>
                <a:lnTo>
                  <a:pt x="1004202" y="3581400"/>
                </a:lnTo>
                <a:lnTo>
                  <a:pt x="1003781" y="3657600"/>
                </a:lnTo>
                <a:lnTo>
                  <a:pt x="1002516" y="3733800"/>
                </a:lnTo>
                <a:lnTo>
                  <a:pt x="1000408" y="3810000"/>
                </a:lnTo>
                <a:lnTo>
                  <a:pt x="997456" y="3886200"/>
                </a:lnTo>
                <a:lnTo>
                  <a:pt x="993657" y="3962400"/>
                </a:lnTo>
                <a:lnTo>
                  <a:pt x="989013" y="4038600"/>
                </a:lnTo>
                <a:lnTo>
                  <a:pt x="983520" y="4114800"/>
                </a:lnTo>
                <a:lnTo>
                  <a:pt x="977175" y="4191000"/>
                </a:lnTo>
                <a:lnTo>
                  <a:pt x="969979" y="4267200"/>
                </a:lnTo>
                <a:lnTo>
                  <a:pt x="961926" y="4343400"/>
                </a:lnTo>
                <a:lnTo>
                  <a:pt x="953015" y="4419600"/>
                </a:lnTo>
                <a:lnTo>
                  <a:pt x="943242" y="4495800"/>
                </a:lnTo>
                <a:lnTo>
                  <a:pt x="932603" y="4572000"/>
                </a:lnTo>
                <a:lnTo>
                  <a:pt x="921094" y="4648200"/>
                </a:lnTo>
                <a:lnTo>
                  <a:pt x="908712" y="4724400"/>
                </a:lnTo>
                <a:lnTo>
                  <a:pt x="895450" y="4800600"/>
                </a:lnTo>
                <a:lnTo>
                  <a:pt x="881304" y="4876800"/>
                </a:lnTo>
                <a:lnTo>
                  <a:pt x="866268" y="4953000"/>
                </a:lnTo>
                <a:lnTo>
                  <a:pt x="850337" y="5029200"/>
                </a:lnTo>
                <a:lnTo>
                  <a:pt x="833503" y="5105400"/>
                </a:lnTo>
                <a:lnTo>
                  <a:pt x="815760" y="5181600"/>
                </a:lnTo>
                <a:lnTo>
                  <a:pt x="797102" y="5257800"/>
                </a:lnTo>
                <a:lnTo>
                  <a:pt x="777520" y="5334000"/>
                </a:lnTo>
                <a:lnTo>
                  <a:pt x="757005" y="5410200"/>
                </a:lnTo>
                <a:lnTo>
                  <a:pt x="735551" y="5486400"/>
                </a:lnTo>
                <a:lnTo>
                  <a:pt x="713146" y="5562600"/>
                </a:lnTo>
                <a:lnTo>
                  <a:pt x="689782" y="5638800"/>
                </a:lnTo>
                <a:lnTo>
                  <a:pt x="665448" y="5715000"/>
                </a:lnTo>
                <a:lnTo>
                  <a:pt x="640133" y="5791200"/>
                </a:lnTo>
                <a:lnTo>
                  <a:pt x="613826" y="5867400"/>
                </a:lnTo>
                <a:lnTo>
                  <a:pt x="586515" y="5943600"/>
                </a:lnTo>
                <a:lnTo>
                  <a:pt x="558188" y="6019800"/>
                </a:lnTo>
                <a:lnTo>
                  <a:pt x="528829" y="6096000"/>
                </a:lnTo>
                <a:lnTo>
                  <a:pt x="498426" y="6172200"/>
                </a:lnTo>
                <a:lnTo>
                  <a:pt x="466963" y="6248400"/>
                </a:lnTo>
                <a:lnTo>
                  <a:pt x="434425" y="6324600"/>
                </a:lnTo>
                <a:lnTo>
                  <a:pt x="400795" y="6400800"/>
                </a:lnTo>
                <a:lnTo>
                  <a:pt x="366055" y="6477000"/>
                </a:lnTo>
                <a:lnTo>
                  <a:pt x="330186" y="6553200"/>
                </a:lnTo>
                <a:lnTo>
                  <a:pt x="293169" y="6629400"/>
                </a:lnTo>
                <a:lnTo>
                  <a:pt x="254983" y="6705600"/>
                </a:lnTo>
                <a:lnTo>
                  <a:pt x="215607" y="6781800"/>
                </a:lnTo>
                <a:lnTo>
                  <a:pt x="175016" y="6858000"/>
                </a:lnTo>
                <a:lnTo>
                  <a:pt x="133187" y="6934200"/>
                </a:lnTo>
                <a:lnTo>
                  <a:pt x="90094" y="7010400"/>
                </a:lnTo>
                <a:lnTo>
                  <a:pt x="45708" y="7086600"/>
                </a:lnTo>
                <a:lnTo>
                  <a:pt x="0" y="7162800"/>
                </a:lnTo>
                <a:lnTo>
                  <a:pt x="9767202" y="7162800"/>
                </a:lnTo>
                <a:lnTo>
                  <a:pt x="9767202" y="0"/>
                </a:lnTo>
                <a:close/>
              </a:path>
            </a:pathLst>
          </a:custGeom>
          <a:gradFill flip="none" rotWithShape="1">
            <a:gsLst>
              <a:gs pos="0">
                <a:srgbClr val="460006">
                  <a:alpha val="55000"/>
                </a:srgbClr>
              </a:gs>
              <a:gs pos="45000">
                <a:srgbClr val="6E040C">
                  <a:alpha val="32500"/>
                </a:srgbClr>
              </a:gs>
              <a:gs pos="100000">
                <a:srgbClr val="78060E">
                  <a:alpha val="10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!!ring">
            <a:extLst>
              <a:ext uri="{FF2B5EF4-FFF2-40B4-BE49-F238E27FC236}">
                <a16:creationId xmlns:a16="http://schemas.microsoft.com/office/drawing/2014/main" id="{FF0F240C-5AA9-95B6-BE90-D0C8D05C316F}"/>
              </a:ext>
            </a:extLst>
          </p:cNvPr>
          <p:cNvSpPr/>
          <p:nvPr/>
        </p:nvSpPr>
        <p:spPr>
          <a:xfrm rot="15600000">
            <a:off x="-10195560" y="-3459480"/>
            <a:ext cx="13776961" cy="13776960"/>
          </a:xfrm>
          <a:prstGeom prst="donut">
            <a:avLst>
              <a:gd name="adj" fmla="val 21847"/>
            </a:avLst>
          </a:prstGeom>
          <a:blipFill dpi="0" rotWithShape="1">
            <a:blip r:embed="rId6"/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7" name="!!wheel">
            <a:extLst>
              <a:ext uri="{FF2B5EF4-FFF2-40B4-BE49-F238E27FC236}">
                <a16:creationId xmlns:a16="http://schemas.microsoft.com/office/drawing/2014/main" id="{B02D92E4-18F1-58FC-2522-61919609A32E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600000">
            <a:off x="-10195560" y="-3459480"/>
            <a:ext cx="13776961" cy="13776961"/>
          </a:xfrm>
          <a:prstGeom prst="rect">
            <a:avLst/>
          </a:prstGeom>
        </p:spPr>
      </p:pic>
      <p:sp>
        <p:nvSpPr>
          <p:cNvPr id="40" name="oa_title">
            <a:extLst>
              <a:ext uri="{FF2B5EF4-FFF2-40B4-BE49-F238E27FC236}">
                <a16:creationId xmlns:a16="http://schemas.microsoft.com/office/drawing/2014/main" id="{2C0EFE29-F8D7-889F-6706-C94F77A55DC9}"/>
              </a:ext>
            </a:extLst>
          </p:cNvPr>
          <p:cNvSpPr txBox="1"/>
          <p:nvPr/>
        </p:nvSpPr>
        <p:spPr>
          <a:xfrm>
            <a:off x="4267200" y="419100"/>
            <a:ext cx="7620000" cy="1295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  <a:scene3d>
              <a:camera prst="orthographicFront"/>
              <a:lightRig rig="threePt" dir="t"/>
            </a:scene3d>
            <a:sp3d>
              <a:bevelT w="25908" h="15545"/>
            </a:sp3d>
          </a:bodyPr>
          <a:lstStyle/>
          <a:p>
            <a:pPr algn="ctr"/>
            <a:r>
              <a:rPr lang="zh-CN" altLang="en-US" sz="8160" spc="-1000">
                <a:gradFill flip="none" rotWithShape="1">
                  <a:gsLst>
                    <a:gs pos="0">
                      <a:srgbClr val="FFF8CE"/>
                    </a:gs>
                    <a:gs pos="28000">
                      <a:srgbClr val="F8D876"/>
                    </a:gs>
                    <a:gs pos="50000">
                      <a:srgbClr val="C78E2A"/>
                    </a:gs>
                    <a:gs pos="70000">
                      <a:srgbClr val="FCE69C"/>
                    </a:gs>
                    <a:gs pos="100000">
                      <a:srgbClr val="A66C18"/>
                    </a:gs>
                  </a:gsLst>
                  <a:lin ang="5400000" scaled="1"/>
                  <a:tileRect/>
                </a:gradFill>
                <a:effectLst>
                  <a:outerShdw blurRad="74023" dist="41517" dir="3378577" rotWithShape="0">
                    <a:srgbClr val="320004">
                      <a:alpha val="55000"/>
                    </a:srgb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入团誓词</a:t>
            </a:r>
          </a:p>
        </p:txBody>
      </p:sp>
      <p:sp>
        <p:nvSpPr>
          <p:cNvPr id="41" name="oa_en">
            <a:extLst>
              <a:ext uri="{FF2B5EF4-FFF2-40B4-BE49-F238E27FC236}">
                <a16:creationId xmlns:a16="http://schemas.microsoft.com/office/drawing/2014/main" id="{106CB1D4-ED21-A3A4-E585-FEE7C447EDE3}"/>
              </a:ext>
            </a:extLst>
          </p:cNvPr>
          <p:cNvSpPr txBox="1"/>
          <p:nvPr/>
        </p:nvSpPr>
        <p:spPr>
          <a:xfrm>
            <a:off x="4267200" y="1676400"/>
            <a:ext cx="7620000" cy="2743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080" spc="400">
                <a:solidFill>
                  <a:srgbClr val="F0C8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 LEAGUE  OATH</a:t>
            </a:r>
            <a:endParaRPr lang="zh-CN" altLang="en-US" sz="1080" spc="400">
              <a:solidFill>
                <a:srgbClr val="F0C8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oa_panel">
            <a:extLst>
              <a:ext uri="{FF2B5EF4-FFF2-40B4-BE49-F238E27FC236}">
                <a16:creationId xmlns:a16="http://schemas.microsoft.com/office/drawing/2014/main" id="{BE378000-2703-0796-0229-479730B064BB}"/>
              </a:ext>
            </a:extLst>
          </p:cNvPr>
          <p:cNvSpPr/>
          <p:nvPr/>
        </p:nvSpPr>
        <p:spPr>
          <a:xfrm>
            <a:off x="4572000" y="2095500"/>
            <a:ext cx="7010400" cy="3200400"/>
          </a:xfrm>
          <a:prstGeom prst="rect">
            <a:avLst/>
          </a:prstGeom>
          <a:gradFill flip="none" rotWithShape="1">
            <a:gsLst>
              <a:gs pos="0">
                <a:srgbClr val="280004">
                  <a:alpha val="55000"/>
                </a:srgbClr>
              </a:gs>
              <a:gs pos="100000">
                <a:srgbClr val="5A040C">
                  <a:alpha val="40000"/>
                </a:srgbClr>
              </a:gs>
            </a:gsLst>
            <a:lin ang="0" scaled="1"/>
            <a:tileRect/>
          </a:gradFill>
          <a:ln w="17780">
            <a:solidFill>
              <a:srgbClr val="E6BA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oa_inner">
            <a:extLst>
              <a:ext uri="{FF2B5EF4-FFF2-40B4-BE49-F238E27FC236}">
                <a16:creationId xmlns:a16="http://schemas.microsoft.com/office/drawing/2014/main" id="{FC13C24F-BF44-8366-8871-A138801F47E3}"/>
              </a:ext>
            </a:extLst>
          </p:cNvPr>
          <p:cNvSpPr/>
          <p:nvPr/>
        </p:nvSpPr>
        <p:spPr>
          <a:xfrm>
            <a:off x="4663440" y="2186940"/>
            <a:ext cx="6827520" cy="3017520"/>
          </a:xfrm>
          <a:prstGeom prst="rect">
            <a:avLst/>
          </a:prstGeom>
          <a:noFill/>
          <a:ln w="7620" cap="flat" cmpd="sng" algn="ctr">
            <a:solidFill>
              <a:srgbClr val="E6BA60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oa_corner0">
            <a:extLst>
              <a:ext uri="{FF2B5EF4-FFF2-40B4-BE49-F238E27FC236}">
                <a16:creationId xmlns:a16="http://schemas.microsoft.com/office/drawing/2014/main" id="{2D78B2E1-B1E4-31EF-E5EC-C66DB4272441}"/>
              </a:ext>
            </a:extLst>
          </p:cNvPr>
          <p:cNvSpPr/>
          <p:nvPr/>
        </p:nvSpPr>
        <p:spPr>
          <a:xfrm>
            <a:off x="4495800" y="2019300"/>
            <a:ext cx="152400" cy="152400"/>
          </a:xfrm>
          <a:prstGeom prst="diamond">
            <a:avLst/>
          </a:prstGeom>
          <a:solidFill>
            <a:srgbClr val="ECC0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oa_corner1">
            <a:extLst>
              <a:ext uri="{FF2B5EF4-FFF2-40B4-BE49-F238E27FC236}">
                <a16:creationId xmlns:a16="http://schemas.microsoft.com/office/drawing/2014/main" id="{27368E61-14CC-9694-9588-8D6B7AA3D524}"/>
              </a:ext>
            </a:extLst>
          </p:cNvPr>
          <p:cNvSpPr/>
          <p:nvPr/>
        </p:nvSpPr>
        <p:spPr>
          <a:xfrm>
            <a:off x="11506200" y="2019300"/>
            <a:ext cx="152400" cy="152400"/>
          </a:xfrm>
          <a:prstGeom prst="diamond">
            <a:avLst/>
          </a:prstGeom>
          <a:solidFill>
            <a:srgbClr val="ECC0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oa_corner2">
            <a:extLst>
              <a:ext uri="{FF2B5EF4-FFF2-40B4-BE49-F238E27FC236}">
                <a16:creationId xmlns:a16="http://schemas.microsoft.com/office/drawing/2014/main" id="{71607FD2-AA2F-F275-1E76-769D6F9E9926}"/>
              </a:ext>
            </a:extLst>
          </p:cNvPr>
          <p:cNvSpPr/>
          <p:nvPr/>
        </p:nvSpPr>
        <p:spPr>
          <a:xfrm>
            <a:off x="4495800" y="5219700"/>
            <a:ext cx="152400" cy="152400"/>
          </a:xfrm>
          <a:prstGeom prst="diamond">
            <a:avLst/>
          </a:prstGeom>
          <a:solidFill>
            <a:srgbClr val="ECC0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oa_corner3">
            <a:extLst>
              <a:ext uri="{FF2B5EF4-FFF2-40B4-BE49-F238E27FC236}">
                <a16:creationId xmlns:a16="http://schemas.microsoft.com/office/drawing/2014/main" id="{9DC0AE7A-C050-008B-A2F6-635D54181121}"/>
              </a:ext>
            </a:extLst>
          </p:cNvPr>
          <p:cNvSpPr/>
          <p:nvPr/>
        </p:nvSpPr>
        <p:spPr>
          <a:xfrm>
            <a:off x="11506200" y="5219700"/>
            <a:ext cx="152400" cy="152400"/>
          </a:xfrm>
          <a:prstGeom prst="diamond">
            <a:avLst/>
          </a:prstGeom>
          <a:solidFill>
            <a:srgbClr val="ECC0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oa_text">
            <a:extLst>
              <a:ext uri="{FF2B5EF4-FFF2-40B4-BE49-F238E27FC236}">
                <a16:creationId xmlns:a16="http://schemas.microsoft.com/office/drawing/2014/main" id="{E361AB17-D098-92FB-6ABD-FA0B2B92D388}"/>
              </a:ext>
            </a:extLst>
          </p:cNvPr>
          <p:cNvSpPr txBox="1"/>
          <p:nvPr/>
        </p:nvSpPr>
        <p:spPr>
          <a:xfrm>
            <a:off x="5029200" y="2286000"/>
            <a:ext cx="6096000" cy="281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55000"/>
              </a:lnSpc>
            </a:pPr>
            <a:r>
              <a:rPr lang="zh-CN" altLang="en-US" sz="2160" spc="200">
                <a:solidFill>
                  <a:srgbClr val="FFEECD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我志愿加入中国共产主义青年团，坚决拥护中国共产党的领导，遵守团的章程，执行团的决议，履行团员义务，严守团的纪律，勤奋学习，积极工作，吃苦在前，享受在后，为共产主义事业而奋斗。</a:t>
            </a:r>
          </a:p>
        </p:txBody>
      </p:sp>
      <p:sp>
        <p:nvSpPr>
          <p:cNvPr id="49" name="oa_src">
            <a:extLst>
              <a:ext uri="{FF2B5EF4-FFF2-40B4-BE49-F238E27FC236}">
                <a16:creationId xmlns:a16="http://schemas.microsoft.com/office/drawing/2014/main" id="{1A69CFF1-0FA1-17FC-9CFE-AC1BC568D7E4}"/>
              </a:ext>
            </a:extLst>
          </p:cNvPr>
          <p:cNvSpPr txBox="1"/>
          <p:nvPr/>
        </p:nvSpPr>
        <p:spPr>
          <a:xfrm>
            <a:off x="6858000" y="5425440"/>
            <a:ext cx="47244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200">
                <a:solidFill>
                  <a:srgbClr val="ECBE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sz="1200">
                <a:solidFill>
                  <a:srgbClr val="ECBE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摘自</a:t>
            </a:r>
            <a:r>
              <a:rPr lang="en-US" altLang="zh-CN" sz="1200">
                <a:solidFill>
                  <a:srgbClr val="ECBE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200">
                <a:solidFill>
                  <a:srgbClr val="ECBE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中国共产主义青年团章程</a:t>
            </a:r>
            <a:r>
              <a:rPr lang="en-US" altLang="zh-CN" sz="1200">
                <a:solidFill>
                  <a:srgbClr val="ECBE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1200">
              <a:solidFill>
                <a:srgbClr val="ECBE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1" name="oa_seal">
            <a:extLst>
              <a:ext uri="{FF2B5EF4-FFF2-40B4-BE49-F238E27FC236}">
                <a16:creationId xmlns:a16="http://schemas.microsoft.com/office/drawing/2014/main" id="{B6D02771-A7AF-CC8E-3A08-0CDB3DCB612F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3300" y="4610100"/>
            <a:ext cx="533400" cy="533400"/>
          </a:xfrm>
          <a:prstGeom prst="rect">
            <a:avLst/>
          </a:prstGeom>
        </p:spPr>
      </p:pic>
      <p:pic>
        <p:nvPicPr>
          <p:cNvPr id="53" name="oa_cloud0">
            <a:extLst>
              <a:ext uri="{FF2B5EF4-FFF2-40B4-BE49-F238E27FC236}">
                <a16:creationId xmlns:a16="http://schemas.microsoft.com/office/drawing/2014/main" id="{3F32B065-EDC0-D5F3-F43B-7B8A5C674458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829800" y="5638800"/>
            <a:ext cx="2286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2456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02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base">
            <a:extLst>
              <a:ext uri="{FF2B5EF4-FFF2-40B4-BE49-F238E27FC236}">
                <a16:creationId xmlns:a16="http://schemas.microsoft.com/office/drawing/2014/main" id="{F8C33D27-2CCB-3CFE-67B5-9220A19DF2C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9" name="!!pt15">
            <a:extLst>
              <a:ext uri="{FF2B5EF4-FFF2-40B4-BE49-F238E27FC236}">
                <a16:creationId xmlns:a16="http://schemas.microsoft.com/office/drawing/2014/main" id="{FD935B0A-189E-FE2B-B16D-865120D6C9D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462" y="4130187"/>
            <a:ext cx="266065" cy="266065"/>
          </a:xfrm>
          <a:prstGeom prst="rect">
            <a:avLst/>
          </a:prstGeom>
        </p:spPr>
      </p:pic>
      <p:pic>
        <p:nvPicPr>
          <p:cNvPr id="37" name="!!pt14">
            <a:extLst>
              <a:ext uri="{FF2B5EF4-FFF2-40B4-BE49-F238E27FC236}">
                <a16:creationId xmlns:a16="http://schemas.microsoft.com/office/drawing/2014/main" id="{43AF97C1-178E-DE52-BD5F-919FF14494CF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0124" y="5700051"/>
            <a:ext cx="266041" cy="266041"/>
          </a:xfrm>
          <a:prstGeom prst="rect">
            <a:avLst/>
          </a:prstGeom>
        </p:spPr>
      </p:pic>
      <p:pic>
        <p:nvPicPr>
          <p:cNvPr id="35" name="!!pt13">
            <a:extLst>
              <a:ext uri="{FF2B5EF4-FFF2-40B4-BE49-F238E27FC236}">
                <a16:creationId xmlns:a16="http://schemas.microsoft.com/office/drawing/2014/main" id="{C9C05B42-764C-C355-CA1D-CCF0FCCCB73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1634" y="168570"/>
            <a:ext cx="209342" cy="209342"/>
          </a:xfrm>
          <a:prstGeom prst="rect">
            <a:avLst/>
          </a:prstGeom>
        </p:spPr>
      </p:pic>
      <p:pic>
        <p:nvPicPr>
          <p:cNvPr id="33" name="!!pt12">
            <a:extLst>
              <a:ext uri="{FF2B5EF4-FFF2-40B4-BE49-F238E27FC236}">
                <a16:creationId xmlns:a16="http://schemas.microsoft.com/office/drawing/2014/main" id="{3CDD6C29-68EE-63ED-8FBB-E6DF41B0CAD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935" y="6466952"/>
            <a:ext cx="142550" cy="142550"/>
          </a:xfrm>
          <a:prstGeom prst="rect">
            <a:avLst/>
          </a:prstGeom>
        </p:spPr>
      </p:pic>
      <p:pic>
        <p:nvPicPr>
          <p:cNvPr id="31" name="!!pt11">
            <a:extLst>
              <a:ext uri="{FF2B5EF4-FFF2-40B4-BE49-F238E27FC236}">
                <a16:creationId xmlns:a16="http://schemas.microsoft.com/office/drawing/2014/main" id="{63B64F24-291E-5891-A81D-AD881DF16621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926" y="1429247"/>
            <a:ext cx="407423" cy="407423"/>
          </a:xfrm>
          <a:prstGeom prst="rect">
            <a:avLst/>
          </a:prstGeom>
        </p:spPr>
      </p:pic>
      <p:pic>
        <p:nvPicPr>
          <p:cNvPr id="29" name="!!pt10">
            <a:extLst>
              <a:ext uri="{FF2B5EF4-FFF2-40B4-BE49-F238E27FC236}">
                <a16:creationId xmlns:a16="http://schemas.microsoft.com/office/drawing/2014/main" id="{847254C1-2E0F-3E9A-5D62-25676391234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7482" y="1409363"/>
            <a:ext cx="313893" cy="313893"/>
          </a:xfrm>
          <a:prstGeom prst="rect">
            <a:avLst/>
          </a:prstGeom>
        </p:spPr>
      </p:pic>
      <p:pic>
        <p:nvPicPr>
          <p:cNvPr id="27" name="!!pt9">
            <a:extLst>
              <a:ext uri="{FF2B5EF4-FFF2-40B4-BE49-F238E27FC236}">
                <a16:creationId xmlns:a16="http://schemas.microsoft.com/office/drawing/2014/main" id="{AD7F3595-CC64-9C3F-D9BA-FD8500CD5FA4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6661" y="4011221"/>
            <a:ext cx="266299" cy="266299"/>
          </a:xfrm>
          <a:prstGeom prst="rect">
            <a:avLst/>
          </a:prstGeom>
        </p:spPr>
      </p:pic>
      <p:pic>
        <p:nvPicPr>
          <p:cNvPr id="25" name="!!pt8">
            <a:extLst>
              <a:ext uri="{FF2B5EF4-FFF2-40B4-BE49-F238E27FC236}">
                <a16:creationId xmlns:a16="http://schemas.microsoft.com/office/drawing/2014/main" id="{F2593852-C559-2142-A76F-FFB7B8E44B3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32" y="5748341"/>
            <a:ext cx="271798" cy="271798"/>
          </a:xfrm>
          <a:prstGeom prst="rect">
            <a:avLst/>
          </a:prstGeom>
        </p:spPr>
      </p:pic>
      <p:pic>
        <p:nvPicPr>
          <p:cNvPr id="23" name="!!pt7">
            <a:extLst>
              <a:ext uri="{FF2B5EF4-FFF2-40B4-BE49-F238E27FC236}">
                <a16:creationId xmlns:a16="http://schemas.microsoft.com/office/drawing/2014/main" id="{BBCDBE29-CA23-37F6-CFF3-7504E52C8D05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6298" y="1184019"/>
            <a:ext cx="248840" cy="248840"/>
          </a:xfrm>
          <a:prstGeom prst="rect">
            <a:avLst/>
          </a:prstGeom>
        </p:spPr>
      </p:pic>
      <p:pic>
        <p:nvPicPr>
          <p:cNvPr id="21" name="!!pt6">
            <a:extLst>
              <a:ext uri="{FF2B5EF4-FFF2-40B4-BE49-F238E27FC236}">
                <a16:creationId xmlns:a16="http://schemas.microsoft.com/office/drawing/2014/main" id="{74E66916-6024-CD41-4590-F6154EF76F1C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7244" y="6765174"/>
            <a:ext cx="165507" cy="165507"/>
          </a:xfrm>
          <a:prstGeom prst="rect">
            <a:avLst/>
          </a:prstGeom>
        </p:spPr>
      </p:pic>
      <p:pic>
        <p:nvPicPr>
          <p:cNvPr id="19" name="!!pt5">
            <a:extLst>
              <a:ext uri="{FF2B5EF4-FFF2-40B4-BE49-F238E27FC236}">
                <a16:creationId xmlns:a16="http://schemas.microsoft.com/office/drawing/2014/main" id="{8114C3E8-D236-E144-AEBB-7D102E2F848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1363" y="4649498"/>
            <a:ext cx="397670" cy="397670"/>
          </a:xfrm>
          <a:prstGeom prst="rect">
            <a:avLst/>
          </a:prstGeom>
        </p:spPr>
      </p:pic>
      <p:pic>
        <p:nvPicPr>
          <p:cNvPr id="17" name="!!pt4">
            <a:extLst>
              <a:ext uri="{FF2B5EF4-FFF2-40B4-BE49-F238E27FC236}">
                <a16:creationId xmlns:a16="http://schemas.microsoft.com/office/drawing/2014/main" id="{F9521763-4611-F602-AA2B-62FE603B94E8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6613" y="339564"/>
            <a:ext cx="368596" cy="368596"/>
          </a:xfrm>
          <a:prstGeom prst="rect">
            <a:avLst/>
          </a:prstGeom>
        </p:spPr>
      </p:pic>
      <p:pic>
        <p:nvPicPr>
          <p:cNvPr id="15" name="!!pt3">
            <a:extLst>
              <a:ext uri="{FF2B5EF4-FFF2-40B4-BE49-F238E27FC236}">
                <a16:creationId xmlns:a16="http://schemas.microsoft.com/office/drawing/2014/main" id="{914979F0-CD64-46DB-682F-533B59DE05FD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7066" y="832185"/>
            <a:ext cx="340107" cy="340107"/>
          </a:xfrm>
          <a:prstGeom prst="rect">
            <a:avLst/>
          </a:prstGeom>
        </p:spPr>
      </p:pic>
      <p:pic>
        <p:nvPicPr>
          <p:cNvPr id="13" name="!!pt2">
            <a:extLst>
              <a:ext uri="{FF2B5EF4-FFF2-40B4-BE49-F238E27FC236}">
                <a16:creationId xmlns:a16="http://schemas.microsoft.com/office/drawing/2014/main" id="{FD3FD6DB-5D53-CA21-4972-03E7F8BE5C1C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0626" y="3379831"/>
            <a:ext cx="234009" cy="234009"/>
          </a:xfrm>
          <a:prstGeom prst="rect">
            <a:avLst/>
          </a:prstGeom>
        </p:spPr>
      </p:pic>
      <p:pic>
        <p:nvPicPr>
          <p:cNvPr id="11" name="!!pt1">
            <a:extLst>
              <a:ext uri="{FF2B5EF4-FFF2-40B4-BE49-F238E27FC236}">
                <a16:creationId xmlns:a16="http://schemas.microsoft.com/office/drawing/2014/main" id="{0E6B6274-3446-F7D7-2D47-063C362BC46C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0710" y="2892334"/>
            <a:ext cx="205810" cy="205810"/>
          </a:xfrm>
          <a:prstGeom prst="rect">
            <a:avLst/>
          </a:prstGeom>
        </p:spPr>
      </p:pic>
      <p:pic>
        <p:nvPicPr>
          <p:cNvPr id="9" name="!!pt0">
            <a:extLst>
              <a:ext uri="{FF2B5EF4-FFF2-40B4-BE49-F238E27FC236}">
                <a16:creationId xmlns:a16="http://schemas.microsoft.com/office/drawing/2014/main" id="{4B08F209-DDF9-061C-5CDC-54E34127FBB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4035" y="1604732"/>
            <a:ext cx="178131" cy="178131"/>
          </a:xfrm>
          <a:prstGeom prst="rect">
            <a:avLst/>
          </a:prstGeom>
        </p:spPr>
      </p:pic>
      <p:sp>
        <p:nvSpPr>
          <p:cNvPr id="4" name="!!tint">
            <a:extLst>
              <a:ext uri="{FF2B5EF4-FFF2-40B4-BE49-F238E27FC236}">
                <a16:creationId xmlns:a16="http://schemas.microsoft.com/office/drawing/2014/main" id="{710C0B6B-C1F0-4AD3-CAEB-B3AC79F5E6E5}"/>
              </a:ext>
            </a:extLst>
          </p:cNvPr>
          <p:cNvSpPr/>
          <p:nvPr/>
        </p:nvSpPr>
        <p:spPr>
          <a:xfrm>
            <a:off x="2577198" y="-152400"/>
            <a:ext cx="9767203" cy="7162801"/>
          </a:xfrm>
          <a:custGeom>
            <a:avLst/>
            <a:gdLst/>
            <a:ahLst/>
            <a:cxnLst/>
            <a:rect l="0" t="0" r="0" b="0"/>
            <a:pathLst>
              <a:path w="9767203" h="7162801">
                <a:moveTo>
                  <a:pt x="0" y="0"/>
                </a:moveTo>
                <a:lnTo>
                  <a:pt x="45708" y="76200"/>
                </a:lnTo>
                <a:lnTo>
                  <a:pt x="90094" y="152400"/>
                </a:lnTo>
                <a:lnTo>
                  <a:pt x="133187" y="228600"/>
                </a:lnTo>
                <a:lnTo>
                  <a:pt x="175016" y="304800"/>
                </a:lnTo>
                <a:lnTo>
                  <a:pt x="215607" y="381000"/>
                </a:lnTo>
                <a:lnTo>
                  <a:pt x="254983" y="457200"/>
                </a:lnTo>
                <a:lnTo>
                  <a:pt x="293169" y="533400"/>
                </a:lnTo>
                <a:lnTo>
                  <a:pt x="330186" y="609600"/>
                </a:lnTo>
                <a:lnTo>
                  <a:pt x="366055" y="685800"/>
                </a:lnTo>
                <a:lnTo>
                  <a:pt x="400795" y="762000"/>
                </a:lnTo>
                <a:lnTo>
                  <a:pt x="434425" y="838200"/>
                </a:lnTo>
                <a:lnTo>
                  <a:pt x="466963" y="914400"/>
                </a:lnTo>
                <a:lnTo>
                  <a:pt x="498426" y="990600"/>
                </a:lnTo>
                <a:lnTo>
                  <a:pt x="528829" y="1066800"/>
                </a:lnTo>
                <a:lnTo>
                  <a:pt x="558188" y="1143000"/>
                </a:lnTo>
                <a:lnTo>
                  <a:pt x="586515" y="1219200"/>
                </a:lnTo>
                <a:lnTo>
                  <a:pt x="613826" y="1295400"/>
                </a:lnTo>
                <a:lnTo>
                  <a:pt x="640133" y="1371600"/>
                </a:lnTo>
                <a:lnTo>
                  <a:pt x="665448" y="1447800"/>
                </a:lnTo>
                <a:lnTo>
                  <a:pt x="689782" y="1524000"/>
                </a:lnTo>
                <a:lnTo>
                  <a:pt x="713146" y="1600200"/>
                </a:lnTo>
                <a:lnTo>
                  <a:pt x="735551" y="1676400"/>
                </a:lnTo>
                <a:lnTo>
                  <a:pt x="757005" y="1752600"/>
                </a:lnTo>
                <a:lnTo>
                  <a:pt x="777520" y="1828800"/>
                </a:lnTo>
                <a:lnTo>
                  <a:pt x="797102" y="1905000"/>
                </a:lnTo>
                <a:lnTo>
                  <a:pt x="815760" y="1981200"/>
                </a:lnTo>
                <a:lnTo>
                  <a:pt x="833503" y="2057400"/>
                </a:lnTo>
                <a:lnTo>
                  <a:pt x="850337" y="2133600"/>
                </a:lnTo>
                <a:lnTo>
                  <a:pt x="866268" y="2209800"/>
                </a:lnTo>
                <a:lnTo>
                  <a:pt x="881304" y="2286000"/>
                </a:lnTo>
                <a:lnTo>
                  <a:pt x="895450" y="2362200"/>
                </a:lnTo>
                <a:lnTo>
                  <a:pt x="908712" y="2438400"/>
                </a:lnTo>
                <a:lnTo>
                  <a:pt x="921094" y="2514600"/>
                </a:lnTo>
                <a:lnTo>
                  <a:pt x="932603" y="2590800"/>
                </a:lnTo>
                <a:lnTo>
                  <a:pt x="943242" y="2667000"/>
                </a:lnTo>
                <a:lnTo>
                  <a:pt x="953015" y="2743200"/>
                </a:lnTo>
                <a:lnTo>
                  <a:pt x="961926" y="2819400"/>
                </a:lnTo>
                <a:lnTo>
                  <a:pt x="969979" y="2895600"/>
                </a:lnTo>
                <a:lnTo>
                  <a:pt x="977175" y="2971800"/>
                </a:lnTo>
                <a:lnTo>
                  <a:pt x="983520" y="3048000"/>
                </a:lnTo>
                <a:lnTo>
                  <a:pt x="989013" y="3124200"/>
                </a:lnTo>
                <a:lnTo>
                  <a:pt x="993657" y="3200400"/>
                </a:lnTo>
                <a:lnTo>
                  <a:pt x="997456" y="3276600"/>
                </a:lnTo>
                <a:lnTo>
                  <a:pt x="1000408" y="3352800"/>
                </a:lnTo>
                <a:lnTo>
                  <a:pt x="1002516" y="3429000"/>
                </a:lnTo>
                <a:lnTo>
                  <a:pt x="1003781" y="3505200"/>
                </a:lnTo>
                <a:lnTo>
                  <a:pt x="1004202" y="3581400"/>
                </a:lnTo>
                <a:lnTo>
                  <a:pt x="1003781" y="3657600"/>
                </a:lnTo>
                <a:lnTo>
                  <a:pt x="1002516" y="3733800"/>
                </a:lnTo>
                <a:lnTo>
                  <a:pt x="1000408" y="3810000"/>
                </a:lnTo>
                <a:lnTo>
                  <a:pt x="997456" y="3886200"/>
                </a:lnTo>
                <a:lnTo>
                  <a:pt x="993657" y="3962400"/>
                </a:lnTo>
                <a:lnTo>
                  <a:pt x="989013" y="4038600"/>
                </a:lnTo>
                <a:lnTo>
                  <a:pt x="983520" y="4114800"/>
                </a:lnTo>
                <a:lnTo>
                  <a:pt x="977175" y="4191000"/>
                </a:lnTo>
                <a:lnTo>
                  <a:pt x="969979" y="4267200"/>
                </a:lnTo>
                <a:lnTo>
                  <a:pt x="961926" y="4343400"/>
                </a:lnTo>
                <a:lnTo>
                  <a:pt x="953015" y="4419600"/>
                </a:lnTo>
                <a:lnTo>
                  <a:pt x="943242" y="4495800"/>
                </a:lnTo>
                <a:lnTo>
                  <a:pt x="932603" y="4572000"/>
                </a:lnTo>
                <a:lnTo>
                  <a:pt x="921094" y="4648200"/>
                </a:lnTo>
                <a:lnTo>
                  <a:pt x="908712" y="4724400"/>
                </a:lnTo>
                <a:lnTo>
                  <a:pt x="895450" y="4800600"/>
                </a:lnTo>
                <a:lnTo>
                  <a:pt x="881304" y="4876800"/>
                </a:lnTo>
                <a:lnTo>
                  <a:pt x="866268" y="4953000"/>
                </a:lnTo>
                <a:lnTo>
                  <a:pt x="850337" y="5029200"/>
                </a:lnTo>
                <a:lnTo>
                  <a:pt x="833503" y="5105400"/>
                </a:lnTo>
                <a:lnTo>
                  <a:pt x="815760" y="5181600"/>
                </a:lnTo>
                <a:lnTo>
                  <a:pt x="797102" y="5257800"/>
                </a:lnTo>
                <a:lnTo>
                  <a:pt x="777520" y="5334000"/>
                </a:lnTo>
                <a:lnTo>
                  <a:pt x="757005" y="5410200"/>
                </a:lnTo>
                <a:lnTo>
                  <a:pt x="735551" y="5486400"/>
                </a:lnTo>
                <a:lnTo>
                  <a:pt x="713146" y="5562600"/>
                </a:lnTo>
                <a:lnTo>
                  <a:pt x="689782" y="5638800"/>
                </a:lnTo>
                <a:lnTo>
                  <a:pt x="665448" y="5715000"/>
                </a:lnTo>
                <a:lnTo>
                  <a:pt x="640133" y="5791200"/>
                </a:lnTo>
                <a:lnTo>
                  <a:pt x="613826" y="5867400"/>
                </a:lnTo>
                <a:lnTo>
                  <a:pt x="586515" y="5943600"/>
                </a:lnTo>
                <a:lnTo>
                  <a:pt x="558188" y="6019800"/>
                </a:lnTo>
                <a:lnTo>
                  <a:pt x="528829" y="6096000"/>
                </a:lnTo>
                <a:lnTo>
                  <a:pt x="498426" y="6172200"/>
                </a:lnTo>
                <a:lnTo>
                  <a:pt x="466963" y="6248400"/>
                </a:lnTo>
                <a:lnTo>
                  <a:pt x="434425" y="6324600"/>
                </a:lnTo>
                <a:lnTo>
                  <a:pt x="400795" y="6400800"/>
                </a:lnTo>
                <a:lnTo>
                  <a:pt x="366055" y="6477000"/>
                </a:lnTo>
                <a:lnTo>
                  <a:pt x="330186" y="6553200"/>
                </a:lnTo>
                <a:lnTo>
                  <a:pt x="293169" y="6629400"/>
                </a:lnTo>
                <a:lnTo>
                  <a:pt x="254983" y="6705600"/>
                </a:lnTo>
                <a:lnTo>
                  <a:pt x="215607" y="6781800"/>
                </a:lnTo>
                <a:lnTo>
                  <a:pt x="175016" y="6858000"/>
                </a:lnTo>
                <a:lnTo>
                  <a:pt x="133187" y="6934200"/>
                </a:lnTo>
                <a:lnTo>
                  <a:pt x="90094" y="7010400"/>
                </a:lnTo>
                <a:lnTo>
                  <a:pt x="45708" y="7086600"/>
                </a:lnTo>
                <a:lnTo>
                  <a:pt x="0" y="7162800"/>
                </a:lnTo>
                <a:lnTo>
                  <a:pt x="9767202" y="7162800"/>
                </a:lnTo>
                <a:lnTo>
                  <a:pt x="9767202" y="0"/>
                </a:lnTo>
                <a:close/>
              </a:path>
            </a:pathLst>
          </a:custGeom>
          <a:gradFill flip="none" rotWithShape="1">
            <a:gsLst>
              <a:gs pos="0">
                <a:srgbClr val="460006">
                  <a:alpha val="55000"/>
                </a:srgbClr>
              </a:gs>
              <a:gs pos="45000">
                <a:srgbClr val="6E040C">
                  <a:alpha val="32500"/>
                </a:srgbClr>
              </a:gs>
              <a:gs pos="100000">
                <a:srgbClr val="78060E">
                  <a:alpha val="10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!!ring">
            <a:extLst>
              <a:ext uri="{FF2B5EF4-FFF2-40B4-BE49-F238E27FC236}">
                <a16:creationId xmlns:a16="http://schemas.microsoft.com/office/drawing/2014/main" id="{67E8E46E-CDF4-B08D-67DF-C97E655AAA59}"/>
              </a:ext>
            </a:extLst>
          </p:cNvPr>
          <p:cNvSpPr/>
          <p:nvPr/>
        </p:nvSpPr>
        <p:spPr>
          <a:xfrm rot="18000000">
            <a:off x="-10195560" y="-3459480"/>
            <a:ext cx="13776961" cy="13776960"/>
          </a:xfrm>
          <a:prstGeom prst="donut">
            <a:avLst>
              <a:gd name="adj" fmla="val 21847"/>
            </a:avLst>
          </a:prstGeom>
          <a:blipFill dpi="0" rotWithShape="1">
            <a:blip r:embed="rId6"/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7" name="!!wheel">
            <a:extLst>
              <a:ext uri="{FF2B5EF4-FFF2-40B4-BE49-F238E27FC236}">
                <a16:creationId xmlns:a16="http://schemas.microsoft.com/office/drawing/2014/main" id="{0796FE7F-E9F6-5C97-33FC-502B66C03758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0">
            <a:off x="-10195560" y="-3459480"/>
            <a:ext cx="13776961" cy="13776961"/>
          </a:xfrm>
          <a:prstGeom prst="rect">
            <a:avLst/>
          </a:prstGeom>
        </p:spPr>
      </p:pic>
      <p:pic>
        <p:nvPicPr>
          <p:cNvPr id="41" name="yt_deco">
            <a:extLst>
              <a:ext uri="{FF2B5EF4-FFF2-40B4-BE49-F238E27FC236}">
                <a16:creationId xmlns:a16="http://schemas.microsoft.com/office/drawing/2014/main" id="{FDA8CB22-6F2B-0088-2A76-EE257DD0AC76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-381000"/>
            <a:ext cx="5791200" cy="5791200"/>
          </a:xfrm>
          <a:prstGeom prst="rect">
            <a:avLst/>
          </a:prstGeom>
        </p:spPr>
      </p:pic>
      <p:sp>
        <p:nvSpPr>
          <p:cNvPr id="42" name="yt_title">
            <a:extLst>
              <a:ext uri="{FF2B5EF4-FFF2-40B4-BE49-F238E27FC236}">
                <a16:creationId xmlns:a16="http://schemas.microsoft.com/office/drawing/2014/main" id="{4E732DFC-3DB5-8ED2-79CD-0D43D980995B}"/>
              </a:ext>
            </a:extLst>
          </p:cNvPr>
          <p:cNvSpPr txBox="1"/>
          <p:nvPr/>
        </p:nvSpPr>
        <p:spPr>
          <a:xfrm>
            <a:off x="4267200" y="1295400"/>
            <a:ext cx="7620000" cy="1752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  <a:scene3d>
              <a:camera prst="orthographicFront"/>
              <a:lightRig rig="threePt" dir="t"/>
            </a:scene3d>
            <a:sp3d>
              <a:bevelT w="36195" h="21717"/>
            </a:sp3d>
          </a:bodyPr>
          <a:lstStyle/>
          <a:p>
            <a:pPr algn="ctr"/>
            <a:r>
              <a:rPr lang="zh-CN" altLang="en-US" sz="11400" spc="-2000">
                <a:gradFill flip="none" rotWithShape="1">
                  <a:gsLst>
                    <a:gs pos="0">
                      <a:srgbClr val="FFF8CE"/>
                    </a:gs>
                    <a:gs pos="28000">
                      <a:srgbClr val="F8D876"/>
                    </a:gs>
                    <a:gs pos="50000">
                      <a:srgbClr val="C78E2A"/>
                    </a:gs>
                    <a:gs pos="70000">
                      <a:srgbClr val="FCE69C"/>
                    </a:gs>
                    <a:gs pos="100000">
                      <a:srgbClr val="A66C18"/>
                    </a:gs>
                  </a:gsLst>
                  <a:lin ang="5400000" scaled="1"/>
                  <a:tileRect/>
                </a:gradFill>
                <a:effectLst>
                  <a:outerShdw blurRad="103414" dist="58001" dir="3378599" rotWithShape="0">
                    <a:srgbClr val="320004">
                      <a:alpha val="55000"/>
                    </a:srgb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中国青年</a:t>
            </a:r>
          </a:p>
        </p:txBody>
      </p:sp>
      <p:sp>
        <p:nvSpPr>
          <p:cNvPr id="43" name="yt_en">
            <a:extLst>
              <a:ext uri="{FF2B5EF4-FFF2-40B4-BE49-F238E27FC236}">
                <a16:creationId xmlns:a16="http://schemas.microsoft.com/office/drawing/2014/main" id="{9DF2A290-4669-6531-8C2C-D614F1F7635F}"/>
              </a:ext>
            </a:extLst>
          </p:cNvPr>
          <p:cNvSpPr txBox="1"/>
          <p:nvPr/>
        </p:nvSpPr>
        <p:spPr>
          <a:xfrm>
            <a:off x="5029200" y="3048000"/>
            <a:ext cx="6096000" cy="3352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altLang="zh-CN" sz="1320">
                <a:solidFill>
                  <a:srgbClr val="F0C8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 H I N E S E    Y O U T H</a:t>
            </a:r>
            <a:endParaRPr lang="zh-CN" altLang="en-US" sz="1320">
              <a:solidFill>
                <a:srgbClr val="F0C8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4" name="yt_div_l-1">
            <a:extLst>
              <a:ext uri="{FF2B5EF4-FFF2-40B4-BE49-F238E27FC236}">
                <a16:creationId xmlns:a16="http://schemas.microsoft.com/office/drawing/2014/main" id="{28271DED-EFB0-8FCD-7F57-328A405F76CF}"/>
              </a:ext>
            </a:extLst>
          </p:cNvPr>
          <p:cNvCxnSpPr/>
          <p:nvPr/>
        </p:nvCxnSpPr>
        <p:spPr>
          <a:xfrm flipH="1">
            <a:off x="5562600" y="3566160"/>
            <a:ext cx="2255520" cy="0"/>
          </a:xfrm>
          <a:prstGeom prst="line">
            <a:avLst/>
          </a:prstGeom>
          <a:ln w="15240" cap="flat" cmpd="sng" algn="ctr">
            <a:solidFill>
              <a:srgbClr val="E2B65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yt_div_l1">
            <a:extLst>
              <a:ext uri="{FF2B5EF4-FFF2-40B4-BE49-F238E27FC236}">
                <a16:creationId xmlns:a16="http://schemas.microsoft.com/office/drawing/2014/main" id="{829E3DAF-A986-F334-ECC2-9E45883B2D1B}"/>
              </a:ext>
            </a:extLst>
          </p:cNvPr>
          <p:cNvCxnSpPr/>
          <p:nvPr/>
        </p:nvCxnSpPr>
        <p:spPr>
          <a:xfrm>
            <a:off x="8336280" y="3566160"/>
            <a:ext cx="2255520" cy="0"/>
          </a:xfrm>
          <a:prstGeom prst="line">
            <a:avLst/>
          </a:prstGeom>
          <a:ln w="15240" cap="flat" cmpd="sng" algn="ctr">
            <a:solidFill>
              <a:srgbClr val="E2B65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yt_div_d0">
            <a:extLst>
              <a:ext uri="{FF2B5EF4-FFF2-40B4-BE49-F238E27FC236}">
                <a16:creationId xmlns:a16="http://schemas.microsoft.com/office/drawing/2014/main" id="{E3F2ADB3-CA56-997E-5845-E93604D0FFD6}"/>
              </a:ext>
            </a:extLst>
          </p:cNvPr>
          <p:cNvSpPr/>
          <p:nvPr/>
        </p:nvSpPr>
        <p:spPr>
          <a:xfrm>
            <a:off x="8016240" y="3505200"/>
            <a:ext cx="121920" cy="121920"/>
          </a:xfrm>
          <a:prstGeom prst="diamond">
            <a:avLst/>
          </a:prstGeom>
          <a:solidFill>
            <a:srgbClr val="E8BC6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yt_plaque">
            <a:extLst>
              <a:ext uri="{FF2B5EF4-FFF2-40B4-BE49-F238E27FC236}">
                <a16:creationId xmlns:a16="http://schemas.microsoft.com/office/drawing/2014/main" id="{5492C0FA-6B5B-7EA5-468B-6FA41FB5DB27}"/>
              </a:ext>
            </a:extLst>
          </p:cNvPr>
          <p:cNvSpPr/>
          <p:nvPr/>
        </p:nvSpPr>
        <p:spPr>
          <a:xfrm>
            <a:off x="5638800" y="3802380"/>
            <a:ext cx="4876800" cy="701040"/>
          </a:xfrm>
          <a:prstGeom prst="rect">
            <a:avLst/>
          </a:prstGeom>
          <a:gradFill flip="none" rotWithShape="1">
            <a:gsLst>
              <a:gs pos="0">
                <a:srgbClr val="7A060E"/>
              </a:gs>
              <a:gs pos="50000">
                <a:srgbClr val="C4161E"/>
              </a:gs>
              <a:gs pos="100000">
                <a:srgbClr val="7A060E"/>
              </a:gs>
            </a:gsLst>
            <a:lin ang="0" scaled="1"/>
            <a:tileRect/>
          </a:gradFill>
          <a:ln w="20320">
            <a:solidFill>
              <a:srgbClr val="E6BA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yt_plaque_in">
            <a:extLst>
              <a:ext uri="{FF2B5EF4-FFF2-40B4-BE49-F238E27FC236}">
                <a16:creationId xmlns:a16="http://schemas.microsoft.com/office/drawing/2014/main" id="{E203F796-1A16-192C-035B-855059881938}"/>
              </a:ext>
            </a:extLst>
          </p:cNvPr>
          <p:cNvSpPr/>
          <p:nvPr/>
        </p:nvSpPr>
        <p:spPr>
          <a:xfrm>
            <a:off x="5692140" y="3855720"/>
            <a:ext cx="4770121" cy="594360"/>
          </a:xfrm>
          <a:prstGeom prst="rect">
            <a:avLst/>
          </a:prstGeom>
          <a:noFill/>
          <a:ln w="7620" cap="flat" cmpd="sng" algn="ctr">
            <a:solidFill>
              <a:srgbClr val="E6BA60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yt_plaque_t">
            <a:extLst>
              <a:ext uri="{FF2B5EF4-FFF2-40B4-BE49-F238E27FC236}">
                <a16:creationId xmlns:a16="http://schemas.microsoft.com/office/drawing/2014/main" id="{415ADB5C-5A99-2370-AA87-CDC034D43870}"/>
              </a:ext>
            </a:extLst>
          </p:cNvPr>
          <p:cNvSpPr txBox="1"/>
          <p:nvPr/>
        </p:nvSpPr>
        <p:spPr>
          <a:xfrm>
            <a:off x="5638800" y="3802380"/>
            <a:ext cx="4876800" cy="70104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3000" spc="200">
                <a:gradFill flip="none" rotWithShape="1">
                  <a:gsLst>
                    <a:gs pos="0">
                      <a:srgbClr val="FFF8CE"/>
                    </a:gs>
                    <a:gs pos="28000">
                      <a:srgbClr val="F8D876"/>
                    </a:gs>
                    <a:gs pos="50000">
                      <a:srgbClr val="C78E2A"/>
                    </a:gs>
                    <a:gs pos="70000">
                      <a:srgbClr val="FCE69C"/>
                    </a:gs>
                    <a:gs pos="100000">
                      <a:srgbClr val="A66C18"/>
                    </a:gs>
                  </a:gsLst>
                  <a:lin ang="5400000" scaled="1"/>
                  <a:tileRect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青春逢盛世 </a:t>
            </a:r>
            <a:r>
              <a:rPr lang="en-US" altLang="zh-CN" sz="3000" spc="200">
                <a:gradFill flip="none" rotWithShape="1">
                  <a:gsLst>
                    <a:gs pos="0">
                      <a:srgbClr val="FFF8CE"/>
                    </a:gs>
                    <a:gs pos="28000">
                      <a:srgbClr val="F8D876"/>
                    </a:gs>
                    <a:gs pos="50000">
                      <a:srgbClr val="C78E2A"/>
                    </a:gs>
                    <a:gs pos="70000">
                      <a:srgbClr val="FCE69C"/>
                    </a:gs>
                    <a:gs pos="100000">
                      <a:srgbClr val="A66C18"/>
                    </a:gs>
                  </a:gsLst>
                  <a:lin ang="5400000" scaled="1"/>
                  <a:tileRect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· </a:t>
            </a:r>
            <a:r>
              <a:rPr lang="zh-CN" altLang="en-US" sz="3000" spc="200">
                <a:gradFill flip="none" rotWithShape="1">
                  <a:gsLst>
                    <a:gs pos="0">
                      <a:srgbClr val="FFF8CE"/>
                    </a:gs>
                    <a:gs pos="28000">
                      <a:srgbClr val="F8D876"/>
                    </a:gs>
                    <a:gs pos="50000">
                      <a:srgbClr val="C78E2A"/>
                    </a:gs>
                    <a:gs pos="70000">
                      <a:srgbClr val="FCE69C"/>
                    </a:gs>
                    <a:gs pos="100000">
                      <a:srgbClr val="A66C18"/>
                    </a:gs>
                  </a:gsLst>
                  <a:lin ang="5400000" scaled="1"/>
                  <a:tileRect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奋斗正当时</a:t>
            </a:r>
          </a:p>
        </p:txBody>
      </p:sp>
      <p:sp>
        <p:nvSpPr>
          <p:cNvPr id="50" name="yt_quote">
            <a:extLst>
              <a:ext uri="{FF2B5EF4-FFF2-40B4-BE49-F238E27FC236}">
                <a16:creationId xmlns:a16="http://schemas.microsoft.com/office/drawing/2014/main" id="{0DFB5C92-4436-B890-073E-79438A7B128A}"/>
              </a:ext>
            </a:extLst>
          </p:cNvPr>
          <p:cNvSpPr txBox="1"/>
          <p:nvPr/>
        </p:nvSpPr>
        <p:spPr>
          <a:xfrm>
            <a:off x="4648200" y="4762500"/>
            <a:ext cx="6858000" cy="4267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680" spc="300">
                <a:solidFill>
                  <a:srgbClr val="FAE6BE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新时代的中国青年，生逢其时，重任在肩</a:t>
            </a:r>
          </a:p>
        </p:txBody>
      </p:sp>
      <p:pic>
        <p:nvPicPr>
          <p:cNvPr id="52" name="yt_cloud0">
            <a:extLst>
              <a:ext uri="{FF2B5EF4-FFF2-40B4-BE49-F238E27FC236}">
                <a16:creationId xmlns:a16="http://schemas.microsoft.com/office/drawing/2014/main" id="{1B91DC1A-C642-ECE5-159F-86392697AE82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525000" y="5196840"/>
            <a:ext cx="2743200" cy="164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028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02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base">
            <a:extLst>
              <a:ext uri="{FF2B5EF4-FFF2-40B4-BE49-F238E27FC236}">
                <a16:creationId xmlns:a16="http://schemas.microsoft.com/office/drawing/2014/main" id="{493F5E2D-5B72-6D40-B871-2547DE54D5D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9" name="!!pt15">
            <a:extLst>
              <a:ext uri="{FF2B5EF4-FFF2-40B4-BE49-F238E27FC236}">
                <a16:creationId xmlns:a16="http://schemas.microsoft.com/office/drawing/2014/main" id="{7D07CCF5-3B5A-88F7-FD9E-DF80C8E1893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2851" y="4193206"/>
            <a:ext cx="323509" cy="323509"/>
          </a:xfrm>
          <a:prstGeom prst="rect">
            <a:avLst/>
          </a:prstGeom>
        </p:spPr>
      </p:pic>
      <p:pic>
        <p:nvPicPr>
          <p:cNvPr id="37" name="!!pt14">
            <a:extLst>
              <a:ext uri="{FF2B5EF4-FFF2-40B4-BE49-F238E27FC236}">
                <a16:creationId xmlns:a16="http://schemas.microsoft.com/office/drawing/2014/main" id="{F9A61A78-C58C-A34A-BCAE-0C0EF37CFEC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3496" y="4059205"/>
            <a:ext cx="276063" cy="276063"/>
          </a:xfrm>
          <a:prstGeom prst="rect">
            <a:avLst/>
          </a:prstGeom>
        </p:spPr>
      </p:pic>
      <p:pic>
        <p:nvPicPr>
          <p:cNvPr id="35" name="!!pt13">
            <a:extLst>
              <a:ext uri="{FF2B5EF4-FFF2-40B4-BE49-F238E27FC236}">
                <a16:creationId xmlns:a16="http://schemas.microsoft.com/office/drawing/2014/main" id="{0CC347F8-87C3-AF5B-8B1B-A0A2B8836DDF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098" y="4057695"/>
            <a:ext cx="226274" cy="226274"/>
          </a:xfrm>
          <a:prstGeom prst="rect">
            <a:avLst/>
          </a:prstGeom>
        </p:spPr>
      </p:pic>
      <p:pic>
        <p:nvPicPr>
          <p:cNvPr id="33" name="!!pt12">
            <a:extLst>
              <a:ext uri="{FF2B5EF4-FFF2-40B4-BE49-F238E27FC236}">
                <a16:creationId xmlns:a16="http://schemas.microsoft.com/office/drawing/2014/main" id="{FA32C4AF-2CF7-C505-FBB1-1EF60CD8073C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529" y="1752664"/>
            <a:ext cx="158511" cy="158511"/>
          </a:xfrm>
          <a:prstGeom prst="rect">
            <a:avLst/>
          </a:prstGeom>
        </p:spPr>
      </p:pic>
      <p:pic>
        <p:nvPicPr>
          <p:cNvPr id="31" name="!!pt11">
            <a:extLst>
              <a:ext uri="{FF2B5EF4-FFF2-40B4-BE49-F238E27FC236}">
                <a16:creationId xmlns:a16="http://schemas.microsoft.com/office/drawing/2014/main" id="{558AD1DB-F8D1-2598-7098-54325A8ED481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780" y="3121680"/>
            <a:ext cx="406623" cy="406623"/>
          </a:xfrm>
          <a:prstGeom prst="rect">
            <a:avLst/>
          </a:prstGeom>
        </p:spPr>
      </p:pic>
      <p:pic>
        <p:nvPicPr>
          <p:cNvPr id="29" name="!!pt10">
            <a:extLst>
              <a:ext uri="{FF2B5EF4-FFF2-40B4-BE49-F238E27FC236}">
                <a16:creationId xmlns:a16="http://schemas.microsoft.com/office/drawing/2014/main" id="{84731972-F918-D88D-907A-D73E255A01D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4607" y="1393303"/>
            <a:ext cx="361661" cy="361661"/>
          </a:xfrm>
          <a:prstGeom prst="rect">
            <a:avLst/>
          </a:prstGeom>
        </p:spPr>
      </p:pic>
      <p:pic>
        <p:nvPicPr>
          <p:cNvPr id="27" name="!!pt9">
            <a:extLst>
              <a:ext uri="{FF2B5EF4-FFF2-40B4-BE49-F238E27FC236}">
                <a16:creationId xmlns:a16="http://schemas.microsoft.com/office/drawing/2014/main" id="{6C519F69-CF51-13A6-BF1F-F47864EC6F44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5020" y="943874"/>
            <a:ext cx="339209" cy="339209"/>
          </a:xfrm>
          <a:prstGeom prst="rect">
            <a:avLst/>
          </a:prstGeom>
        </p:spPr>
      </p:pic>
      <p:pic>
        <p:nvPicPr>
          <p:cNvPr id="25" name="!!pt8">
            <a:extLst>
              <a:ext uri="{FF2B5EF4-FFF2-40B4-BE49-F238E27FC236}">
                <a16:creationId xmlns:a16="http://schemas.microsoft.com/office/drawing/2014/main" id="{AB9ADD9B-2ED4-299E-58E1-399A73C17F7B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6266" y="3967947"/>
            <a:ext cx="220816" cy="220816"/>
          </a:xfrm>
          <a:prstGeom prst="rect">
            <a:avLst/>
          </a:prstGeom>
        </p:spPr>
      </p:pic>
      <p:pic>
        <p:nvPicPr>
          <p:cNvPr id="23" name="!!pt7">
            <a:extLst>
              <a:ext uri="{FF2B5EF4-FFF2-40B4-BE49-F238E27FC236}">
                <a16:creationId xmlns:a16="http://schemas.microsoft.com/office/drawing/2014/main" id="{D2296FB7-68A8-9AB0-DB6A-59558300914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0092" y="1551337"/>
            <a:ext cx="232470" cy="232470"/>
          </a:xfrm>
          <a:prstGeom prst="rect">
            <a:avLst/>
          </a:prstGeom>
        </p:spPr>
      </p:pic>
      <p:pic>
        <p:nvPicPr>
          <p:cNvPr id="21" name="!!pt6">
            <a:extLst>
              <a:ext uri="{FF2B5EF4-FFF2-40B4-BE49-F238E27FC236}">
                <a16:creationId xmlns:a16="http://schemas.microsoft.com/office/drawing/2014/main" id="{5D44BA84-3FFC-93B8-2998-0D0701BEFD7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2297" y="11212"/>
            <a:ext cx="136088" cy="136088"/>
          </a:xfrm>
          <a:prstGeom prst="rect">
            <a:avLst/>
          </a:prstGeom>
        </p:spPr>
      </p:pic>
      <p:pic>
        <p:nvPicPr>
          <p:cNvPr id="19" name="!!pt5">
            <a:extLst>
              <a:ext uri="{FF2B5EF4-FFF2-40B4-BE49-F238E27FC236}">
                <a16:creationId xmlns:a16="http://schemas.microsoft.com/office/drawing/2014/main" id="{053B5775-3832-FD9C-4B43-1A279D53E00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8435" y="6432895"/>
            <a:ext cx="404006" cy="404006"/>
          </a:xfrm>
          <a:prstGeom prst="rect">
            <a:avLst/>
          </a:prstGeom>
        </p:spPr>
      </p:pic>
      <p:pic>
        <p:nvPicPr>
          <p:cNvPr id="17" name="!!pt4">
            <a:extLst>
              <a:ext uri="{FF2B5EF4-FFF2-40B4-BE49-F238E27FC236}">
                <a16:creationId xmlns:a16="http://schemas.microsoft.com/office/drawing/2014/main" id="{501161F6-859B-4741-DF0B-68D6C0BFA58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143" y="1964039"/>
            <a:ext cx="346363" cy="346363"/>
          </a:xfrm>
          <a:prstGeom prst="rect">
            <a:avLst/>
          </a:prstGeom>
        </p:spPr>
      </p:pic>
      <p:pic>
        <p:nvPicPr>
          <p:cNvPr id="15" name="!!pt3">
            <a:extLst>
              <a:ext uri="{FF2B5EF4-FFF2-40B4-BE49-F238E27FC236}">
                <a16:creationId xmlns:a16="http://schemas.microsoft.com/office/drawing/2014/main" id="{627224D5-0560-91C1-0EE4-27A33A96B43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593" y="1703687"/>
            <a:ext cx="337410" cy="337410"/>
          </a:xfrm>
          <a:prstGeom prst="rect">
            <a:avLst/>
          </a:prstGeom>
        </p:spPr>
      </p:pic>
      <p:pic>
        <p:nvPicPr>
          <p:cNvPr id="13" name="!!pt2">
            <a:extLst>
              <a:ext uri="{FF2B5EF4-FFF2-40B4-BE49-F238E27FC236}">
                <a16:creationId xmlns:a16="http://schemas.microsoft.com/office/drawing/2014/main" id="{AF57F998-F7C7-FDF3-614D-CCE29E38FE47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7339" y="2886408"/>
            <a:ext cx="244212" cy="244212"/>
          </a:xfrm>
          <a:prstGeom prst="rect">
            <a:avLst/>
          </a:prstGeom>
        </p:spPr>
      </p:pic>
      <p:pic>
        <p:nvPicPr>
          <p:cNvPr id="11" name="!!pt1">
            <a:extLst>
              <a:ext uri="{FF2B5EF4-FFF2-40B4-BE49-F238E27FC236}">
                <a16:creationId xmlns:a16="http://schemas.microsoft.com/office/drawing/2014/main" id="{7AD30F90-8BA1-65D0-5245-3719B4BAE36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6338" y="1195882"/>
            <a:ext cx="179089" cy="179089"/>
          </a:xfrm>
          <a:prstGeom prst="rect">
            <a:avLst/>
          </a:prstGeom>
        </p:spPr>
      </p:pic>
      <p:pic>
        <p:nvPicPr>
          <p:cNvPr id="9" name="!!pt0">
            <a:extLst>
              <a:ext uri="{FF2B5EF4-FFF2-40B4-BE49-F238E27FC236}">
                <a16:creationId xmlns:a16="http://schemas.microsoft.com/office/drawing/2014/main" id="{F8725D67-031C-08DF-CB90-DE58C5AA06A1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6899" y="4332785"/>
            <a:ext cx="143581" cy="143581"/>
          </a:xfrm>
          <a:prstGeom prst="rect">
            <a:avLst/>
          </a:prstGeom>
        </p:spPr>
      </p:pic>
      <p:sp>
        <p:nvSpPr>
          <p:cNvPr id="4" name="!!tint">
            <a:extLst>
              <a:ext uri="{FF2B5EF4-FFF2-40B4-BE49-F238E27FC236}">
                <a16:creationId xmlns:a16="http://schemas.microsoft.com/office/drawing/2014/main" id="{E9A43741-D21F-45B0-CCAB-B20075C2DD91}"/>
              </a:ext>
            </a:extLst>
          </p:cNvPr>
          <p:cNvSpPr/>
          <p:nvPr/>
        </p:nvSpPr>
        <p:spPr>
          <a:xfrm>
            <a:off x="2577198" y="-152400"/>
            <a:ext cx="9767203" cy="7162801"/>
          </a:xfrm>
          <a:custGeom>
            <a:avLst/>
            <a:gdLst/>
            <a:ahLst/>
            <a:cxnLst/>
            <a:rect l="0" t="0" r="0" b="0"/>
            <a:pathLst>
              <a:path w="9767203" h="7162801">
                <a:moveTo>
                  <a:pt x="0" y="0"/>
                </a:moveTo>
                <a:lnTo>
                  <a:pt x="45708" y="76200"/>
                </a:lnTo>
                <a:lnTo>
                  <a:pt x="90094" y="152400"/>
                </a:lnTo>
                <a:lnTo>
                  <a:pt x="133187" y="228600"/>
                </a:lnTo>
                <a:lnTo>
                  <a:pt x="175016" y="304800"/>
                </a:lnTo>
                <a:lnTo>
                  <a:pt x="215607" y="381000"/>
                </a:lnTo>
                <a:lnTo>
                  <a:pt x="254983" y="457200"/>
                </a:lnTo>
                <a:lnTo>
                  <a:pt x="293169" y="533400"/>
                </a:lnTo>
                <a:lnTo>
                  <a:pt x="330186" y="609600"/>
                </a:lnTo>
                <a:lnTo>
                  <a:pt x="366055" y="685800"/>
                </a:lnTo>
                <a:lnTo>
                  <a:pt x="400795" y="762000"/>
                </a:lnTo>
                <a:lnTo>
                  <a:pt x="434425" y="838200"/>
                </a:lnTo>
                <a:lnTo>
                  <a:pt x="466963" y="914400"/>
                </a:lnTo>
                <a:lnTo>
                  <a:pt x="498426" y="990600"/>
                </a:lnTo>
                <a:lnTo>
                  <a:pt x="528829" y="1066800"/>
                </a:lnTo>
                <a:lnTo>
                  <a:pt x="558188" y="1143000"/>
                </a:lnTo>
                <a:lnTo>
                  <a:pt x="586515" y="1219200"/>
                </a:lnTo>
                <a:lnTo>
                  <a:pt x="613826" y="1295400"/>
                </a:lnTo>
                <a:lnTo>
                  <a:pt x="640133" y="1371600"/>
                </a:lnTo>
                <a:lnTo>
                  <a:pt x="665448" y="1447800"/>
                </a:lnTo>
                <a:lnTo>
                  <a:pt x="689782" y="1524000"/>
                </a:lnTo>
                <a:lnTo>
                  <a:pt x="713146" y="1600200"/>
                </a:lnTo>
                <a:lnTo>
                  <a:pt x="735551" y="1676400"/>
                </a:lnTo>
                <a:lnTo>
                  <a:pt x="757005" y="1752600"/>
                </a:lnTo>
                <a:lnTo>
                  <a:pt x="777520" y="1828800"/>
                </a:lnTo>
                <a:lnTo>
                  <a:pt x="797102" y="1905000"/>
                </a:lnTo>
                <a:lnTo>
                  <a:pt x="815760" y="1981200"/>
                </a:lnTo>
                <a:lnTo>
                  <a:pt x="833503" y="2057400"/>
                </a:lnTo>
                <a:lnTo>
                  <a:pt x="850337" y="2133600"/>
                </a:lnTo>
                <a:lnTo>
                  <a:pt x="866268" y="2209800"/>
                </a:lnTo>
                <a:lnTo>
                  <a:pt x="881304" y="2286000"/>
                </a:lnTo>
                <a:lnTo>
                  <a:pt x="895450" y="2362200"/>
                </a:lnTo>
                <a:lnTo>
                  <a:pt x="908712" y="2438400"/>
                </a:lnTo>
                <a:lnTo>
                  <a:pt x="921094" y="2514600"/>
                </a:lnTo>
                <a:lnTo>
                  <a:pt x="932603" y="2590800"/>
                </a:lnTo>
                <a:lnTo>
                  <a:pt x="943242" y="2667000"/>
                </a:lnTo>
                <a:lnTo>
                  <a:pt x="953015" y="2743200"/>
                </a:lnTo>
                <a:lnTo>
                  <a:pt x="961926" y="2819400"/>
                </a:lnTo>
                <a:lnTo>
                  <a:pt x="969979" y="2895600"/>
                </a:lnTo>
                <a:lnTo>
                  <a:pt x="977175" y="2971800"/>
                </a:lnTo>
                <a:lnTo>
                  <a:pt x="983520" y="3048000"/>
                </a:lnTo>
                <a:lnTo>
                  <a:pt x="989013" y="3124200"/>
                </a:lnTo>
                <a:lnTo>
                  <a:pt x="993657" y="3200400"/>
                </a:lnTo>
                <a:lnTo>
                  <a:pt x="997456" y="3276600"/>
                </a:lnTo>
                <a:lnTo>
                  <a:pt x="1000408" y="3352800"/>
                </a:lnTo>
                <a:lnTo>
                  <a:pt x="1002516" y="3429000"/>
                </a:lnTo>
                <a:lnTo>
                  <a:pt x="1003781" y="3505200"/>
                </a:lnTo>
                <a:lnTo>
                  <a:pt x="1004202" y="3581400"/>
                </a:lnTo>
                <a:lnTo>
                  <a:pt x="1003781" y="3657600"/>
                </a:lnTo>
                <a:lnTo>
                  <a:pt x="1002516" y="3733800"/>
                </a:lnTo>
                <a:lnTo>
                  <a:pt x="1000408" y="3810000"/>
                </a:lnTo>
                <a:lnTo>
                  <a:pt x="997456" y="3886200"/>
                </a:lnTo>
                <a:lnTo>
                  <a:pt x="993657" y="3962400"/>
                </a:lnTo>
                <a:lnTo>
                  <a:pt x="989013" y="4038600"/>
                </a:lnTo>
                <a:lnTo>
                  <a:pt x="983520" y="4114800"/>
                </a:lnTo>
                <a:lnTo>
                  <a:pt x="977175" y="4191000"/>
                </a:lnTo>
                <a:lnTo>
                  <a:pt x="969979" y="4267200"/>
                </a:lnTo>
                <a:lnTo>
                  <a:pt x="961926" y="4343400"/>
                </a:lnTo>
                <a:lnTo>
                  <a:pt x="953015" y="4419600"/>
                </a:lnTo>
                <a:lnTo>
                  <a:pt x="943242" y="4495800"/>
                </a:lnTo>
                <a:lnTo>
                  <a:pt x="932603" y="4572000"/>
                </a:lnTo>
                <a:lnTo>
                  <a:pt x="921094" y="4648200"/>
                </a:lnTo>
                <a:lnTo>
                  <a:pt x="908712" y="4724400"/>
                </a:lnTo>
                <a:lnTo>
                  <a:pt x="895450" y="4800600"/>
                </a:lnTo>
                <a:lnTo>
                  <a:pt x="881304" y="4876800"/>
                </a:lnTo>
                <a:lnTo>
                  <a:pt x="866268" y="4953000"/>
                </a:lnTo>
                <a:lnTo>
                  <a:pt x="850337" y="5029200"/>
                </a:lnTo>
                <a:lnTo>
                  <a:pt x="833503" y="5105400"/>
                </a:lnTo>
                <a:lnTo>
                  <a:pt x="815760" y="5181600"/>
                </a:lnTo>
                <a:lnTo>
                  <a:pt x="797102" y="5257800"/>
                </a:lnTo>
                <a:lnTo>
                  <a:pt x="777520" y="5334000"/>
                </a:lnTo>
                <a:lnTo>
                  <a:pt x="757005" y="5410200"/>
                </a:lnTo>
                <a:lnTo>
                  <a:pt x="735551" y="5486400"/>
                </a:lnTo>
                <a:lnTo>
                  <a:pt x="713146" y="5562600"/>
                </a:lnTo>
                <a:lnTo>
                  <a:pt x="689782" y="5638800"/>
                </a:lnTo>
                <a:lnTo>
                  <a:pt x="665448" y="5715000"/>
                </a:lnTo>
                <a:lnTo>
                  <a:pt x="640133" y="5791200"/>
                </a:lnTo>
                <a:lnTo>
                  <a:pt x="613826" y="5867400"/>
                </a:lnTo>
                <a:lnTo>
                  <a:pt x="586515" y="5943600"/>
                </a:lnTo>
                <a:lnTo>
                  <a:pt x="558188" y="6019800"/>
                </a:lnTo>
                <a:lnTo>
                  <a:pt x="528829" y="6096000"/>
                </a:lnTo>
                <a:lnTo>
                  <a:pt x="498426" y="6172200"/>
                </a:lnTo>
                <a:lnTo>
                  <a:pt x="466963" y="6248400"/>
                </a:lnTo>
                <a:lnTo>
                  <a:pt x="434425" y="6324600"/>
                </a:lnTo>
                <a:lnTo>
                  <a:pt x="400795" y="6400800"/>
                </a:lnTo>
                <a:lnTo>
                  <a:pt x="366055" y="6477000"/>
                </a:lnTo>
                <a:lnTo>
                  <a:pt x="330186" y="6553200"/>
                </a:lnTo>
                <a:lnTo>
                  <a:pt x="293169" y="6629400"/>
                </a:lnTo>
                <a:lnTo>
                  <a:pt x="254983" y="6705600"/>
                </a:lnTo>
                <a:lnTo>
                  <a:pt x="215607" y="6781800"/>
                </a:lnTo>
                <a:lnTo>
                  <a:pt x="175016" y="6858000"/>
                </a:lnTo>
                <a:lnTo>
                  <a:pt x="133187" y="6934200"/>
                </a:lnTo>
                <a:lnTo>
                  <a:pt x="90094" y="7010400"/>
                </a:lnTo>
                <a:lnTo>
                  <a:pt x="45708" y="7086600"/>
                </a:lnTo>
                <a:lnTo>
                  <a:pt x="0" y="7162800"/>
                </a:lnTo>
                <a:lnTo>
                  <a:pt x="9767202" y="7162800"/>
                </a:lnTo>
                <a:lnTo>
                  <a:pt x="9767202" y="0"/>
                </a:lnTo>
                <a:close/>
              </a:path>
            </a:pathLst>
          </a:custGeom>
          <a:gradFill flip="none" rotWithShape="1">
            <a:gsLst>
              <a:gs pos="0">
                <a:srgbClr val="460006">
                  <a:alpha val="55000"/>
                </a:srgbClr>
              </a:gs>
              <a:gs pos="45000">
                <a:srgbClr val="6E040C">
                  <a:alpha val="32500"/>
                </a:srgbClr>
              </a:gs>
              <a:gs pos="100000">
                <a:srgbClr val="78060E">
                  <a:alpha val="10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!!ring">
            <a:extLst>
              <a:ext uri="{FF2B5EF4-FFF2-40B4-BE49-F238E27FC236}">
                <a16:creationId xmlns:a16="http://schemas.microsoft.com/office/drawing/2014/main" id="{43F8DFDC-AF92-9268-0057-330DC76BF35E}"/>
              </a:ext>
            </a:extLst>
          </p:cNvPr>
          <p:cNvSpPr/>
          <p:nvPr/>
        </p:nvSpPr>
        <p:spPr>
          <a:xfrm rot="20400000">
            <a:off x="-10195560" y="-3459480"/>
            <a:ext cx="13776961" cy="13776960"/>
          </a:xfrm>
          <a:prstGeom prst="donut">
            <a:avLst>
              <a:gd name="adj" fmla="val 21847"/>
            </a:avLst>
          </a:prstGeom>
          <a:blipFill dpi="0" rotWithShape="1">
            <a:blip r:embed="rId6"/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7" name="!!wheel">
            <a:extLst>
              <a:ext uri="{FF2B5EF4-FFF2-40B4-BE49-F238E27FC236}">
                <a16:creationId xmlns:a16="http://schemas.microsoft.com/office/drawing/2014/main" id="{F8A0F372-91E3-A9F0-5F6C-1DBAF3A69BE5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400000">
            <a:off x="-10195560" y="-3459480"/>
            <a:ext cx="13776961" cy="13776961"/>
          </a:xfrm>
          <a:prstGeom prst="rect">
            <a:avLst/>
          </a:prstGeom>
        </p:spPr>
      </p:pic>
      <p:sp>
        <p:nvSpPr>
          <p:cNvPr id="40" name="pt_shade">
            <a:extLst>
              <a:ext uri="{FF2B5EF4-FFF2-40B4-BE49-F238E27FC236}">
                <a16:creationId xmlns:a16="http://schemas.microsoft.com/office/drawing/2014/main" id="{38360360-7B2F-ACE9-A609-7A2FC4ACA8E4}"/>
              </a:ext>
            </a:extLst>
          </p:cNvPr>
          <p:cNvSpPr/>
          <p:nvPr/>
        </p:nvSpPr>
        <p:spPr>
          <a:xfrm>
            <a:off x="0" y="4267200"/>
            <a:ext cx="12192000" cy="2590800"/>
          </a:xfrm>
          <a:prstGeom prst="rect">
            <a:avLst/>
          </a:prstGeom>
          <a:gradFill flip="none" rotWithShape="1">
            <a:gsLst>
              <a:gs pos="0">
                <a:srgbClr val="3C0006">
                  <a:alpha val="0"/>
                </a:srgbClr>
              </a:gs>
              <a:gs pos="100000">
                <a:srgbClr val="280004">
                  <a:alpha val="7000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pt_t1">
            <a:extLst>
              <a:ext uri="{FF2B5EF4-FFF2-40B4-BE49-F238E27FC236}">
                <a16:creationId xmlns:a16="http://schemas.microsoft.com/office/drawing/2014/main" id="{F1DE7211-EDF9-F484-00D8-A30653CF7DBA}"/>
              </a:ext>
            </a:extLst>
          </p:cNvPr>
          <p:cNvSpPr txBox="1"/>
          <p:nvPr/>
        </p:nvSpPr>
        <p:spPr>
          <a:xfrm>
            <a:off x="4267200" y="381000"/>
            <a:ext cx="7620000" cy="1752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  <a:scene3d>
              <a:camera prst="orthographicFront"/>
              <a:lightRig rig="threePt" dir="t"/>
            </a:scene3d>
            <a:sp3d>
              <a:bevelT w="38100" h="22860"/>
            </a:sp3d>
          </a:bodyPr>
          <a:lstStyle/>
          <a:p>
            <a:pPr algn="ctr"/>
            <a:r>
              <a:rPr lang="zh-CN" altLang="en-US" sz="12000" spc="-1400">
                <a:gradFill flip="none" rotWithShape="1">
                  <a:gsLst>
                    <a:gs pos="0">
                      <a:srgbClr val="FFF8CE"/>
                    </a:gs>
                    <a:gs pos="28000">
                      <a:srgbClr val="F8D876"/>
                    </a:gs>
                    <a:gs pos="50000">
                      <a:srgbClr val="C78E2A"/>
                    </a:gs>
                    <a:gs pos="70000">
                      <a:srgbClr val="FCE69C"/>
                    </a:gs>
                    <a:gs pos="100000">
                      <a:srgbClr val="A66C18"/>
                    </a:gs>
                  </a:gsLst>
                  <a:lin ang="5400000" scaled="1"/>
                  <a:tileRect/>
                </a:gradFill>
                <a:effectLst>
                  <a:outerShdw blurRad="108857" dist="61054" dir="3378605" rotWithShape="0">
                    <a:srgbClr val="320004">
                      <a:alpha val="55000"/>
                    </a:srgb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心中有党</a:t>
            </a:r>
          </a:p>
        </p:txBody>
      </p:sp>
      <p:sp>
        <p:nvSpPr>
          <p:cNvPr id="42" name="pt_q">
            <a:extLst>
              <a:ext uri="{FF2B5EF4-FFF2-40B4-BE49-F238E27FC236}">
                <a16:creationId xmlns:a16="http://schemas.microsoft.com/office/drawing/2014/main" id="{1BB6BEF6-07B6-B45F-4863-3BD5AB7010E1}"/>
              </a:ext>
            </a:extLst>
          </p:cNvPr>
          <p:cNvSpPr txBox="1"/>
          <p:nvPr/>
        </p:nvSpPr>
        <p:spPr>
          <a:xfrm>
            <a:off x="5791200" y="2171700"/>
            <a:ext cx="457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pc="600">
                <a:solidFill>
                  <a:srgbClr val="FAE6BE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清澈的爱  </a:t>
            </a:r>
            <a:r>
              <a:rPr lang="en-US" altLang="zh-CN" spc="600">
                <a:solidFill>
                  <a:srgbClr val="FAE6BE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·  </a:t>
            </a:r>
            <a:r>
              <a:rPr lang="zh-CN" altLang="en-US" spc="600">
                <a:solidFill>
                  <a:srgbClr val="FAE6BE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只为中国</a:t>
            </a:r>
          </a:p>
        </p:txBody>
      </p:sp>
      <p:sp>
        <p:nvSpPr>
          <p:cNvPr id="43" name="pt_t2">
            <a:extLst>
              <a:ext uri="{FF2B5EF4-FFF2-40B4-BE49-F238E27FC236}">
                <a16:creationId xmlns:a16="http://schemas.microsoft.com/office/drawing/2014/main" id="{B9281B89-91F4-684B-4B61-4FEF28659111}"/>
              </a:ext>
            </a:extLst>
          </p:cNvPr>
          <p:cNvSpPr txBox="1"/>
          <p:nvPr/>
        </p:nvSpPr>
        <p:spPr>
          <a:xfrm>
            <a:off x="4267200" y="4876800"/>
            <a:ext cx="7620000" cy="1752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  <a:scene3d>
              <a:camera prst="orthographicFront"/>
              <a:lightRig rig="threePt" dir="t"/>
            </a:scene3d>
            <a:sp3d>
              <a:bevelT w="38100" h="22860"/>
            </a:sp3d>
          </a:bodyPr>
          <a:lstStyle/>
          <a:p>
            <a:pPr algn="ctr"/>
            <a:r>
              <a:rPr lang="zh-CN" altLang="en-US" sz="12000" spc="-1400">
                <a:gradFill flip="none" rotWithShape="1">
                  <a:gsLst>
                    <a:gs pos="0">
                      <a:srgbClr val="FFF8CE"/>
                    </a:gs>
                    <a:gs pos="28000">
                      <a:srgbClr val="F8D876"/>
                    </a:gs>
                    <a:gs pos="50000">
                      <a:srgbClr val="C78E2A"/>
                    </a:gs>
                    <a:gs pos="70000">
                      <a:srgbClr val="FCE69C"/>
                    </a:gs>
                    <a:gs pos="100000">
                      <a:srgbClr val="A66C18"/>
                    </a:gs>
                  </a:gsLst>
                  <a:lin ang="5400000" scaled="1"/>
                  <a:tileRect/>
                </a:gradFill>
                <a:effectLst>
                  <a:outerShdw blurRad="108857" dist="61054" dir="3378605" rotWithShape="0">
                    <a:srgbClr val="320004">
                      <a:alpha val="55000"/>
                    </a:srgb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成绩理想</a:t>
            </a:r>
          </a:p>
        </p:txBody>
      </p:sp>
      <p:pic>
        <p:nvPicPr>
          <p:cNvPr id="45" name="pt_seal">
            <a:extLst>
              <a:ext uri="{FF2B5EF4-FFF2-40B4-BE49-F238E27FC236}">
                <a16:creationId xmlns:a16="http://schemas.microsoft.com/office/drawing/2014/main" id="{80E08022-FC78-368B-D98E-6EC068C4685B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224790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3597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02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base">
            <a:extLst>
              <a:ext uri="{FF2B5EF4-FFF2-40B4-BE49-F238E27FC236}">
                <a16:creationId xmlns:a16="http://schemas.microsoft.com/office/drawing/2014/main" id="{9703F019-5E83-64B0-6AB0-FB1B9FE5B6AA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!!tint">
            <a:extLst>
              <a:ext uri="{FF2B5EF4-FFF2-40B4-BE49-F238E27FC236}">
                <a16:creationId xmlns:a16="http://schemas.microsoft.com/office/drawing/2014/main" id="{C8CFA242-7421-AAEB-8250-D5833A6C5AB9}"/>
              </a:ext>
            </a:extLst>
          </p:cNvPr>
          <p:cNvSpPr/>
          <p:nvPr/>
        </p:nvSpPr>
        <p:spPr>
          <a:xfrm>
            <a:off x="2577198" y="-152400"/>
            <a:ext cx="9767203" cy="7162801"/>
          </a:xfrm>
          <a:custGeom>
            <a:avLst/>
            <a:gdLst/>
            <a:ahLst/>
            <a:cxnLst/>
            <a:rect l="0" t="0" r="0" b="0"/>
            <a:pathLst>
              <a:path w="9767203" h="7162801">
                <a:moveTo>
                  <a:pt x="0" y="0"/>
                </a:moveTo>
                <a:lnTo>
                  <a:pt x="45708" y="76200"/>
                </a:lnTo>
                <a:lnTo>
                  <a:pt x="90094" y="152400"/>
                </a:lnTo>
                <a:lnTo>
                  <a:pt x="133187" y="228600"/>
                </a:lnTo>
                <a:lnTo>
                  <a:pt x="175016" y="304800"/>
                </a:lnTo>
                <a:lnTo>
                  <a:pt x="215607" y="381000"/>
                </a:lnTo>
                <a:lnTo>
                  <a:pt x="254983" y="457200"/>
                </a:lnTo>
                <a:lnTo>
                  <a:pt x="293169" y="533400"/>
                </a:lnTo>
                <a:lnTo>
                  <a:pt x="330186" y="609600"/>
                </a:lnTo>
                <a:lnTo>
                  <a:pt x="366055" y="685800"/>
                </a:lnTo>
                <a:lnTo>
                  <a:pt x="400795" y="762000"/>
                </a:lnTo>
                <a:lnTo>
                  <a:pt x="434425" y="838200"/>
                </a:lnTo>
                <a:lnTo>
                  <a:pt x="466963" y="914400"/>
                </a:lnTo>
                <a:lnTo>
                  <a:pt x="498426" y="990600"/>
                </a:lnTo>
                <a:lnTo>
                  <a:pt x="528829" y="1066800"/>
                </a:lnTo>
                <a:lnTo>
                  <a:pt x="558188" y="1143000"/>
                </a:lnTo>
                <a:lnTo>
                  <a:pt x="586515" y="1219200"/>
                </a:lnTo>
                <a:lnTo>
                  <a:pt x="613826" y="1295400"/>
                </a:lnTo>
                <a:lnTo>
                  <a:pt x="640133" y="1371600"/>
                </a:lnTo>
                <a:lnTo>
                  <a:pt x="665448" y="1447800"/>
                </a:lnTo>
                <a:lnTo>
                  <a:pt x="689782" y="1524000"/>
                </a:lnTo>
                <a:lnTo>
                  <a:pt x="713146" y="1600200"/>
                </a:lnTo>
                <a:lnTo>
                  <a:pt x="735551" y="1676400"/>
                </a:lnTo>
                <a:lnTo>
                  <a:pt x="757005" y="1752600"/>
                </a:lnTo>
                <a:lnTo>
                  <a:pt x="777520" y="1828800"/>
                </a:lnTo>
                <a:lnTo>
                  <a:pt x="797102" y="1905000"/>
                </a:lnTo>
                <a:lnTo>
                  <a:pt x="815760" y="1981200"/>
                </a:lnTo>
                <a:lnTo>
                  <a:pt x="833503" y="2057400"/>
                </a:lnTo>
                <a:lnTo>
                  <a:pt x="850337" y="2133600"/>
                </a:lnTo>
                <a:lnTo>
                  <a:pt x="866268" y="2209800"/>
                </a:lnTo>
                <a:lnTo>
                  <a:pt x="881304" y="2286000"/>
                </a:lnTo>
                <a:lnTo>
                  <a:pt x="895450" y="2362200"/>
                </a:lnTo>
                <a:lnTo>
                  <a:pt x="908712" y="2438400"/>
                </a:lnTo>
                <a:lnTo>
                  <a:pt x="921094" y="2514600"/>
                </a:lnTo>
                <a:lnTo>
                  <a:pt x="932603" y="2590800"/>
                </a:lnTo>
                <a:lnTo>
                  <a:pt x="943242" y="2667000"/>
                </a:lnTo>
                <a:lnTo>
                  <a:pt x="953015" y="2743200"/>
                </a:lnTo>
                <a:lnTo>
                  <a:pt x="961926" y="2819400"/>
                </a:lnTo>
                <a:lnTo>
                  <a:pt x="969979" y="2895600"/>
                </a:lnTo>
                <a:lnTo>
                  <a:pt x="977175" y="2971800"/>
                </a:lnTo>
                <a:lnTo>
                  <a:pt x="983520" y="3048000"/>
                </a:lnTo>
                <a:lnTo>
                  <a:pt x="989013" y="3124200"/>
                </a:lnTo>
                <a:lnTo>
                  <a:pt x="993657" y="3200400"/>
                </a:lnTo>
                <a:lnTo>
                  <a:pt x="997456" y="3276600"/>
                </a:lnTo>
                <a:lnTo>
                  <a:pt x="1000408" y="3352800"/>
                </a:lnTo>
                <a:lnTo>
                  <a:pt x="1002516" y="3429000"/>
                </a:lnTo>
                <a:lnTo>
                  <a:pt x="1003781" y="3505200"/>
                </a:lnTo>
                <a:lnTo>
                  <a:pt x="1004202" y="3581400"/>
                </a:lnTo>
                <a:lnTo>
                  <a:pt x="1003781" y="3657600"/>
                </a:lnTo>
                <a:lnTo>
                  <a:pt x="1002516" y="3733800"/>
                </a:lnTo>
                <a:lnTo>
                  <a:pt x="1000408" y="3810000"/>
                </a:lnTo>
                <a:lnTo>
                  <a:pt x="997456" y="3886200"/>
                </a:lnTo>
                <a:lnTo>
                  <a:pt x="993657" y="3962400"/>
                </a:lnTo>
                <a:lnTo>
                  <a:pt x="989013" y="4038600"/>
                </a:lnTo>
                <a:lnTo>
                  <a:pt x="983520" y="4114800"/>
                </a:lnTo>
                <a:lnTo>
                  <a:pt x="977175" y="4191000"/>
                </a:lnTo>
                <a:lnTo>
                  <a:pt x="969979" y="4267200"/>
                </a:lnTo>
                <a:lnTo>
                  <a:pt x="961926" y="4343400"/>
                </a:lnTo>
                <a:lnTo>
                  <a:pt x="953015" y="4419600"/>
                </a:lnTo>
                <a:lnTo>
                  <a:pt x="943242" y="4495800"/>
                </a:lnTo>
                <a:lnTo>
                  <a:pt x="932603" y="4572000"/>
                </a:lnTo>
                <a:lnTo>
                  <a:pt x="921094" y="4648200"/>
                </a:lnTo>
                <a:lnTo>
                  <a:pt x="908712" y="4724400"/>
                </a:lnTo>
                <a:lnTo>
                  <a:pt x="895450" y="4800600"/>
                </a:lnTo>
                <a:lnTo>
                  <a:pt x="881304" y="4876800"/>
                </a:lnTo>
                <a:lnTo>
                  <a:pt x="866268" y="4953000"/>
                </a:lnTo>
                <a:lnTo>
                  <a:pt x="850337" y="5029200"/>
                </a:lnTo>
                <a:lnTo>
                  <a:pt x="833503" y="5105400"/>
                </a:lnTo>
                <a:lnTo>
                  <a:pt x="815760" y="5181600"/>
                </a:lnTo>
                <a:lnTo>
                  <a:pt x="797102" y="5257800"/>
                </a:lnTo>
                <a:lnTo>
                  <a:pt x="777520" y="5334000"/>
                </a:lnTo>
                <a:lnTo>
                  <a:pt x="757005" y="5410200"/>
                </a:lnTo>
                <a:lnTo>
                  <a:pt x="735551" y="5486400"/>
                </a:lnTo>
                <a:lnTo>
                  <a:pt x="713146" y="5562600"/>
                </a:lnTo>
                <a:lnTo>
                  <a:pt x="689782" y="5638800"/>
                </a:lnTo>
                <a:lnTo>
                  <a:pt x="665448" y="5715000"/>
                </a:lnTo>
                <a:lnTo>
                  <a:pt x="640133" y="5791200"/>
                </a:lnTo>
                <a:lnTo>
                  <a:pt x="613826" y="5867400"/>
                </a:lnTo>
                <a:lnTo>
                  <a:pt x="586515" y="5943600"/>
                </a:lnTo>
                <a:lnTo>
                  <a:pt x="558188" y="6019800"/>
                </a:lnTo>
                <a:lnTo>
                  <a:pt x="528829" y="6096000"/>
                </a:lnTo>
                <a:lnTo>
                  <a:pt x="498426" y="6172200"/>
                </a:lnTo>
                <a:lnTo>
                  <a:pt x="466963" y="6248400"/>
                </a:lnTo>
                <a:lnTo>
                  <a:pt x="434425" y="6324600"/>
                </a:lnTo>
                <a:lnTo>
                  <a:pt x="400795" y="6400800"/>
                </a:lnTo>
                <a:lnTo>
                  <a:pt x="366055" y="6477000"/>
                </a:lnTo>
                <a:lnTo>
                  <a:pt x="330186" y="6553200"/>
                </a:lnTo>
                <a:lnTo>
                  <a:pt x="293169" y="6629400"/>
                </a:lnTo>
                <a:lnTo>
                  <a:pt x="254983" y="6705600"/>
                </a:lnTo>
                <a:lnTo>
                  <a:pt x="215607" y="6781800"/>
                </a:lnTo>
                <a:lnTo>
                  <a:pt x="175016" y="6858000"/>
                </a:lnTo>
                <a:lnTo>
                  <a:pt x="133187" y="6934200"/>
                </a:lnTo>
                <a:lnTo>
                  <a:pt x="90094" y="7010400"/>
                </a:lnTo>
                <a:lnTo>
                  <a:pt x="45708" y="7086600"/>
                </a:lnTo>
                <a:lnTo>
                  <a:pt x="0" y="7162800"/>
                </a:lnTo>
                <a:lnTo>
                  <a:pt x="9767202" y="7162800"/>
                </a:lnTo>
                <a:lnTo>
                  <a:pt x="9767202" y="0"/>
                </a:lnTo>
                <a:close/>
              </a:path>
            </a:pathLst>
          </a:custGeom>
          <a:gradFill flip="none" rotWithShape="1">
            <a:gsLst>
              <a:gs pos="0">
                <a:srgbClr val="460006">
                  <a:alpha val="0"/>
                </a:srgbClr>
              </a:gs>
              <a:gs pos="45000">
                <a:srgbClr val="6E040C">
                  <a:alpha val="0"/>
                </a:srgbClr>
              </a:gs>
              <a:gs pos="100000">
                <a:srgbClr val="78060E">
                  <a:alpha val="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!!ring">
            <a:extLst>
              <a:ext uri="{FF2B5EF4-FFF2-40B4-BE49-F238E27FC236}">
                <a16:creationId xmlns:a16="http://schemas.microsoft.com/office/drawing/2014/main" id="{09B10CB5-2498-AFCA-1282-1CA11C6CE10F}"/>
              </a:ext>
            </a:extLst>
          </p:cNvPr>
          <p:cNvSpPr/>
          <p:nvPr/>
        </p:nvSpPr>
        <p:spPr>
          <a:xfrm rot="1200000">
            <a:off x="-24673561" y="-3459480"/>
            <a:ext cx="13776961" cy="13776960"/>
          </a:xfrm>
          <a:prstGeom prst="donut">
            <a:avLst>
              <a:gd name="adj" fmla="val 21847"/>
            </a:avLst>
          </a:prstGeom>
          <a:blipFill dpi="0" rotWithShape="1">
            <a:blip r:embed="rId6"/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7" name="!!wheel">
            <a:extLst>
              <a:ext uri="{FF2B5EF4-FFF2-40B4-BE49-F238E27FC236}">
                <a16:creationId xmlns:a16="http://schemas.microsoft.com/office/drawing/2014/main" id="{64708BFA-1373-4F71-D706-DDCD67333BB3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00000">
            <a:off x="-24673561" y="-3459480"/>
            <a:ext cx="13776961" cy="13776961"/>
          </a:xfrm>
          <a:prstGeom prst="rect">
            <a:avLst/>
          </a:prstGeom>
        </p:spPr>
      </p:pic>
      <p:pic>
        <p:nvPicPr>
          <p:cNvPr id="8" name="end_video">
            <a:hlinkClick r:id="" action="ppaction://media"/>
            <a:extLst>
              <a:ext uri="{FF2B5EF4-FFF2-40B4-BE49-F238E27FC236}">
                <a16:creationId xmlns:a16="http://schemas.microsoft.com/office/drawing/2014/main" id="{EED69431-7DE5-E6A1-DE60-2A773420A97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end_frame">
            <a:extLst>
              <a:ext uri="{FF2B5EF4-FFF2-40B4-BE49-F238E27FC236}">
                <a16:creationId xmlns:a16="http://schemas.microsoft.com/office/drawing/2014/main" id="{447E6380-7BFB-7938-E1F1-E259475AF318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end_title">
            <a:extLst>
              <a:ext uri="{FF2B5EF4-FFF2-40B4-BE49-F238E27FC236}">
                <a16:creationId xmlns:a16="http://schemas.microsoft.com/office/drawing/2014/main" id="{8B540A39-EDD7-6E3E-70B0-0F259BAB23EA}"/>
              </a:ext>
            </a:extLst>
          </p:cNvPr>
          <p:cNvSpPr txBox="1"/>
          <p:nvPr/>
        </p:nvSpPr>
        <p:spPr>
          <a:xfrm>
            <a:off x="1143000" y="3124200"/>
            <a:ext cx="9906000" cy="1295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  <a:scene3d>
              <a:camera prst="orthographicFront"/>
              <a:lightRig rig="threePt" dir="t"/>
            </a:scene3d>
            <a:sp3d>
              <a:bevelT w="24765" h="14859"/>
            </a:sp3d>
          </a:bodyPr>
          <a:lstStyle/>
          <a:p>
            <a:pPr algn="ctr"/>
            <a:r>
              <a:rPr lang="zh-CN" altLang="en-US" sz="7800" spc="-600">
                <a:gradFill flip="none" rotWithShape="1">
                  <a:gsLst>
                    <a:gs pos="0">
                      <a:srgbClr val="FFF8CE"/>
                    </a:gs>
                    <a:gs pos="28000">
                      <a:srgbClr val="F8D876"/>
                    </a:gs>
                    <a:gs pos="50000">
                      <a:srgbClr val="C78E2A"/>
                    </a:gs>
                    <a:gs pos="70000">
                      <a:srgbClr val="FCE69C"/>
                    </a:gs>
                    <a:gs pos="100000">
                      <a:srgbClr val="A66C18"/>
                    </a:gs>
                  </a:gsLst>
                  <a:lin ang="5400000" scaled="1"/>
                  <a:tileRect/>
                </a:gradFill>
                <a:effectLst>
                  <a:outerShdw blurRad="70757" dist="39685" dir="3378617" rotWithShape="0">
                    <a:srgbClr val="320004">
                      <a:alpha val="55000"/>
                    </a:srgb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青春向党　奋斗强国</a:t>
            </a:r>
          </a:p>
        </p:txBody>
      </p:sp>
      <p:sp>
        <p:nvSpPr>
          <p:cNvPr id="12" name="end_plaque">
            <a:extLst>
              <a:ext uri="{FF2B5EF4-FFF2-40B4-BE49-F238E27FC236}">
                <a16:creationId xmlns:a16="http://schemas.microsoft.com/office/drawing/2014/main" id="{D0645DD9-C21B-16AB-476F-995642B352FF}"/>
              </a:ext>
            </a:extLst>
          </p:cNvPr>
          <p:cNvSpPr/>
          <p:nvPr/>
        </p:nvSpPr>
        <p:spPr>
          <a:xfrm>
            <a:off x="4114800" y="4610100"/>
            <a:ext cx="3962400" cy="533400"/>
          </a:xfrm>
          <a:prstGeom prst="rect">
            <a:avLst/>
          </a:prstGeom>
          <a:gradFill flip="none" rotWithShape="1">
            <a:gsLst>
              <a:gs pos="0">
                <a:srgbClr val="7A060E"/>
              </a:gs>
              <a:gs pos="50000">
                <a:srgbClr val="C4161E"/>
              </a:gs>
              <a:gs pos="100000">
                <a:srgbClr val="7A060E"/>
              </a:gs>
            </a:gsLst>
            <a:lin ang="0" scaled="1"/>
            <a:tileRect/>
          </a:gradFill>
          <a:ln w="20320">
            <a:solidFill>
              <a:srgbClr val="E6BA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end_plaque_in">
            <a:extLst>
              <a:ext uri="{FF2B5EF4-FFF2-40B4-BE49-F238E27FC236}">
                <a16:creationId xmlns:a16="http://schemas.microsoft.com/office/drawing/2014/main" id="{B4B271A7-BB5A-4FEC-CA58-36C46F1D7A25}"/>
              </a:ext>
            </a:extLst>
          </p:cNvPr>
          <p:cNvSpPr/>
          <p:nvPr/>
        </p:nvSpPr>
        <p:spPr>
          <a:xfrm>
            <a:off x="4168140" y="4663440"/>
            <a:ext cx="3855721" cy="426720"/>
          </a:xfrm>
          <a:prstGeom prst="rect">
            <a:avLst/>
          </a:prstGeom>
          <a:noFill/>
          <a:ln w="7620" cap="flat" cmpd="sng" algn="ctr">
            <a:solidFill>
              <a:srgbClr val="E6BA60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end_plaque_t">
            <a:extLst>
              <a:ext uri="{FF2B5EF4-FFF2-40B4-BE49-F238E27FC236}">
                <a16:creationId xmlns:a16="http://schemas.microsoft.com/office/drawing/2014/main" id="{E9EDEBE5-2ACE-0CDE-CEF5-143AB2D50265}"/>
              </a:ext>
            </a:extLst>
          </p:cNvPr>
          <p:cNvSpPr txBox="1"/>
          <p:nvPr/>
        </p:nvSpPr>
        <p:spPr>
          <a:xfrm>
            <a:off x="4114800" y="4610100"/>
            <a:ext cx="39624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pc="400">
                <a:gradFill flip="none" rotWithShape="1">
                  <a:gsLst>
                    <a:gs pos="0">
                      <a:srgbClr val="FFF8CE"/>
                    </a:gs>
                    <a:gs pos="28000">
                      <a:srgbClr val="F8D876"/>
                    </a:gs>
                    <a:gs pos="50000">
                      <a:srgbClr val="C78E2A"/>
                    </a:gs>
                    <a:gs pos="70000">
                      <a:srgbClr val="FCE69C"/>
                    </a:gs>
                    <a:gs pos="100000">
                      <a:srgbClr val="A66C18"/>
                    </a:gs>
                  </a:gsLst>
                  <a:lin ang="5400000" scaled="1"/>
                  <a:tileRect/>
                </a:gradFill>
                <a:latin typeface="华文中宋" panose="02010600040101010101" pitchFamily="2" charset="-122"/>
                <a:ea typeface="华文中宋" panose="02010600040101010101" pitchFamily="2" charset="-122"/>
              </a:rPr>
              <a:t>感谢聆听 </a:t>
            </a:r>
            <a:r>
              <a:rPr lang="en-US" altLang="zh-CN" spc="400">
                <a:gradFill flip="none" rotWithShape="1">
                  <a:gsLst>
                    <a:gs pos="0">
                      <a:srgbClr val="FFF8CE"/>
                    </a:gs>
                    <a:gs pos="28000">
                      <a:srgbClr val="F8D876"/>
                    </a:gs>
                    <a:gs pos="50000">
                      <a:srgbClr val="C78E2A"/>
                    </a:gs>
                    <a:gs pos="70000">
                      <a:srgbClr val="FCE69C"/>
                    </a:gs>
                    <a:gs pos="100000">
                      <a:srgbClr val="A66C18"/>
                    </a:gs>
                  </a:gsLst>
                  <a:lin ang="5400000" scaled="1"/>
                  <a:tileRect/>
                </a:gradFill>
                <a:latin typeface="华文中宋" panose="02010600040101010101" pitchFamily="2" charset="-122"/>
                <a:ea typeface="华文中宋" panose="02010600040101010101" pitchFamily="2" charset="-122"/>
              </a:rPr>
              <a:t>· THANK YOU</a:t>
            </a:r>
            <a:endParaRPr lang="zh-CN" altLang="en-US" spc="400">
              <a:gradFill flip="none" rotWithShape="1">
                <a:gsLst>
                  <a:gs pos="0">
                    <a:srgbClr val="FFF8CE"/>
                  </a:gs>
                  <a:gs pos="28000">
                    <a:srgbClr val="F8D876"/>
                  </a:gs>
                  <a:gs pos="50000">
                    <a:srgbClr val="C78E2A"/>
                  </a:gs>
                  <a:gs pos="70000">
                    <a:srgbClr val="FCE69C"/>
                  </a:gs>
                  <a:gs pos="100000">
                    <a:srgbClr val="A66C18"/>
                  </a:gs>
                </a:gsLst>
                <a:lin ang="5400000" scaled="1"/>
                <a:tileRect/>
              </a:gra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5" name="end_foot">
            <a:extLst>
              <a:ext uri="{FF2B5EF4-FFF2-40B4-BE49-F238E27FC236}">
                <a16:creationId xmlns:a16="http://schemas.microsoft.com/office/drawing/2014/main" id="{270C30D5-DE79-3E3D-1291-54BC9E751A82}"/>
              </a:ext>
            </a:extLst>
          </p:cNvPr>
          <p:cNvSpPr txBox="1"/>
          <p:nvPr/>
        </p:nvSpPr>
        <p:spPr>
          <a:xfrm>
            <a:off x="2286000" y="5600700"/>
            <a:ext cx="7620000" cy="3352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320" spc="200">
                <a:solidFill>
                  <a:srgbClr val="FAE6BE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r>
              <a:rPr lang="zh-CN" altLang="en-US" sz="1320" spc="200">
                <a:solidFill>
                  <a:srgbClr val="FAE6BE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学院 </a:t>
            </a:r>
            <a:r>
              <a:rPr lang="en-US" altLang="zh-CN" sz="1320" spc="200">
                <a:solidFill>
                  <a:srgbClr val="FAE6BE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· XX</a:t>
            </a:r>
            <a:r>
              <a:rPr lang="zh-CN" altLang="en-US" sz="1320" spc="200">
                <a:solidFill>
                  <a:srgbClr val="FAE6BE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团支部　　</a:t>
            </a:r>
            <a:r>
              <a:rPr lang="en-US" altLang="zh-CN" sz="1320" spc="200">
                <a:solidFill>
                  <a:srgbClr val="FAE6BE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1320" spc="200">
                <a:solidFill>
                  <a:srgbClr val="FAE6BE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320" spc="200">
                <a:solidFill>
                  <a:srgbClr val="FAE6BE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320" spc="200">
                <a:solidFill>
                  <a:srgbClr val="FAE6BE"/>
                </a:solidFill>
                <a:effectLst>
                  <a:outerShdw blurRad="38100" dist="22895" dir="3378584" rotWithShape="0">
                    <a:srgbClr val="320004">
                      <a:alpha val="5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</a:p>
        </p:txBody>
      </p:sp>
    </p:spTree>
    <p:extLst>
      <p:ext uri="{BB962C8B-B14F-4D97-AF65-F5344CB8AC3E}">
        <p14:creationId xmlns:p14="http://schemas.microsoft.com/office/powerpoint/2010/main" val="23547739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8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847</Words>
  <Application>Microsoft Office PowerPoint</Application>
  <PresentationFormat>自定义</PresentationFormat>
  <Paragraphs>70</Paragraphs>
  <Slides>15</Slides>
  <Notes>1</Notes>
  <HiddenSlides>0</HiddenSlides>
  <MMClips>3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等线</vt:lpstr>
      <vt:lpstr>等线 Light</vt:lpstr>
      <vt:lpstr>华文行楷</vt:lpstr>
      <vt:lpstr>华文中宋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俊凯 胡</dc:creator>
  <cp:lastModifiedBy>俊凯 胡</cp:lastModifiedBy>
  <cp:revision>1</cp:revision>
  <dcterms:created xsi:type="dcterms:W3CDTF">2026-10-01T11:26:03Z</dcterms:created>
  <dcterms:modified xsi:type="dcterms:W3CDTF">2026-10-01T11:31:29Z</dcterms:modified>
</cp:coreProperties>
</file>